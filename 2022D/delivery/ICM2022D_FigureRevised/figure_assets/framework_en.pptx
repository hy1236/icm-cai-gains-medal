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48000" cy="29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ctor_1"/>
          <p:cNvSpPr/>
          <p:nvPr/>
        </p:nvSpPr>
        <p:spPr>
          <a:xfrm>
            <a:off x="786185" y="101182"/>
            <a:ext cx="1172065" cy="988735"/>
          </a:xfrm>
          <a:custGeom>
            <a:avLst/>
            <a:gdLst/>
            <a:ahLst/>
            <a:cxnLst/>
            <a:rect l="l" t="t" r="r" b="b"/>
            <a:pathLst>
              <a:path w="1172065" h="988735">
                <a:moveTo>
                  <a:pt x="0" y="988735"/>
                </a:moveTo>
                <a:lnTo>
                  <a:pt x="1172065" y="988735"/>
                </a:lnTo>
                <a:lnTo>
                  <a:pt x="1172065" y="0"/>
                </a:lnTo>
                <a:lnTo>
                  <a:pt x="0" y="0"/>
                </a:lnTo>
                <a:close/>
              </a:path>
            </a:pathLst>
          </a:custGeom>
          <a:noFill/>
          <a:ln w="11430">
            <a:solidFill>
              <a:srgbClr val="292C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ector_2"/>
          <p:cNvSpPr/>
          <p:nvPr/>
        </p:nvSpPr>
        <p:spPr>
          <a:xfrm>
            <a:off x="2199876" y="101182"/>
            <a:ext cx="2852627" cy="1136685"/>
          </a:xfrm>
          <a:custGeom>
            <a:avLst/>
            <a:gdLst/>
            <a:ahLst/>
            <a:cxnLst/>
            <a:rect l="l" t="t" r="r" b="b"/>
            <a:pathLst>
              <a:path w="2852627" h="1136685">
                <a:moveTo>
                  <a:pt x="0" y="1136685"/>
                </a:moveTo>
                <a:lnTo>
                  <a:pt x="2852627" y="1136685"/>
                </a:lnTo>
                <a:lnTo>
                  <a:pt x="2852627" y="0"/>
                </a:lnTo>
                <a:lnTo>
                  <a:pt x="0" y="0"/>
                </a:lnTo>
                <a:close/>
              </a:path>
            </a:pathLst>
          </a:custGeom>
          <a:noFill/>
          <a:ln w="11430">
            <a:solidFill>
              <a:srgbClr val="292C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ector_3"/>
          <p:cNvSpPr/>
          <p:nvPr/>
        </p:nvSpPr>
        <p:spPr>
          <a:xfrm>
            <a:off x="3671269" y="1429118"/>
            <a:ext cx="1381234" cy="1324328"/>
          </a:xfrm>
          <a:custGeom>
            <a:avLst/>
            <a:gdLst/>
            <a:ahLst/>
            <a:cxnLst/>
            <a:rect l="l" t="t" r="r" b="b"/>
            <a:pathLst>
              <a:path w="1381234" h="1324328">
                <a:moveTo>
                  <a:pt x="0" y="1324328"/>
                </a:moveTo>
                <a:lnTo>
                  <a:pt x="1381234" y="1324328"/>
                </a:lnTo>
                <a:lnTo>
                  <a:pt x="1381234" y="0"/>
                </a:lnTo>
                <a:lnTo>
                  <a:pt x="0" y="0"/>
                </a:lnTo>
                <a:close/>
              </a:path>
            </a:pathLst>
          </a:custGeom>
          <a:noFill/>
          <a:ln w="11430">
            <a:solidFill>
              <a:srgbClr val="292C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Vector_4"/>
          <p:cNvSpPr/>
          <p:nvPr/>
        </p:nvSpPr>
        <p:spPr>
          <a:xfrm>
            <a:off x="1493031" y="1429118"/>
            <a:ext cx="1940219" cy="1324328"/>
          </a:xfrm>
          <a:custGeom>
            <a:avLst/>
            <a:gdLst/>
            <a:ahLst/>
            <a:cxnLst/>
            <a:rect l="l" t="t" r="r" b="b"/>
            <a:pathLst>
              <a:path w="1940219" h="1324328">
                <a:moveTo>
                  <a:pt x="0" y="1324328"/>
                </a:moveTo>
                <a:lnTo>
                  <a:pt x="1940219" y="1324328"/>
                </a:lnTo>
                <a:lnTo>
                  <a:pt x="1940219" y="0"/>
                </a:lnTo>
                <a:lnTo>
                  <a:pt x="0" y="0"/>
                </a:lnTo>
                <a:close/>
              </a:path>
            </a:pathLst>
          </a:custGeom>
          <a:noFill/>
          <a:ln w="11430">
            <a:solidFill>
              <a:srgbClr val="292C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ector_5"/>
          <p:cNvSpPr/>
          <p:nvPr/>
        </p:nvSpPr>
        <p:spPr>
          <a:xfrm>
            <a:off x="64914" y="1429118"/>
            <a:ext cx="1182884" cy="1046471"/>
          </a:xfrm>
          <a:custGeom>
            <a:avLst/>
            <a:gdLst/>
            <a:ahLst/>
            <a:cxnLst/>
            <a:rect l="l" t="t" r="r" b="b"/>
            <a:pathLst>
              <a:path w="1182884" h="1046471">
                <a:moveTo>
                  <a:pt x="0" y="1046471"/>
                </a:moveTo>
                <a:lnTo>
                  <a:pt x="1182884" y="1046471"/>
                </a:lnTo>
                <a:lnTo>
                  <a:pt x="1182884" y="0"/>
                </a:lnTo>
                <a:lnTo>
                  <a:pt x="0" y="0"/>
                </a:lnTo>
                <a:close/>
              </a:path>
            </a:pathLst>
          </a:custGeom>
          <a:noFill/>
          <a:ln w="11430">
            <a:solidFill>
              <a:srgbClr val="292C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ector_6"/>
          <p:cNvSpPr/>
          <p:nvPr/>
        </p:nvSpPr>
        <p:spPr>
          <a:xfrm>
            <a:off x="863722" y="330324"/>
            <a:ext cx="1016992" cy="223728"/>
          </a:xfrm>
          <a:custGeom>
            <a:avLst/>
            <a:gdLst/>
            <a:ahLst/>
            <a:cxnLst/>
            <a:rect l="l" t="t" r="r" b="b"/>
            <a:pathLst>
              <a:path w="1016992" h="223728">
                <a:moveTo>
                  <a:pt x="36063" y="223728"/>
                </a:moveTo>
                <a:lnTo>
                  <a:pt x="980928" y="223728"/>
                </a:lnTo>
                <a:lnTo>
                  <a:pt x="985295" y="223587"/>
                </a:lnTo>
                <a:lnTo>
                  <a:pt x="989381" y="223164"/>
                </a:lnTo>
                <a:lnTo>
                  <a:pt x="993184" y="222459"/>
                </a:lnTo>
                <a:lnTo>
                  <a:pt x="996706" y="221473"/>
                </a:lnTo>
                <a:lnTo>
                  <a:pt x="999946" y="220204"/>
                </a:lnTo>
                <a:lnTo>
                  <a:pt x="1002904" y="218653"/>
                </a:lnTo>
                <a:lnTo>
                  <a:pt x="1005581" y="216821"/>
                </a:lnTo>
                <a:lnTo>
                  <a:pt x="1007976" y="214707"/>
                </a:lnTo>
                <a:lnTo>
                  <a:pt x="1010089" y="212310"/>
                </a:lnTo>
                <a:lnTo>
                  <a:pt x="1011920" y="209632"/>
                </a:lnTo>
                <a:lnTo>
                  <a:pt x="1013470" y="206672"/>
                </a:lnTo>
                <a:lnTo>
                  <a:pt x="1014738" y="203430"/>
                </a:lnTo>
                <a:lnTo>
                  <a:pt x="1015724" y="199906"/>
                </a:lnTo>
                <a:lnTo>
                  <a:pt x="1016428" y="196100"/>
                </a:lnTo>
                <a:lnTo>
                  <a:pt x="1016851" y="192012"/>
                </a:lnTo>
                <a:lnTo>
                  <a:pt x="1016992" y="187643"/>
                </a:lnTo>
                <a:lnTo>
                  <a:pt x="1016992" y="36085"/>
                </a:lnTo>
                <a:lnTo>
                  <a:pt x="1016851" y="31715"/>
                </a:lnTo>
                <a:lnTo>
                  <a:pt x="1016428" y="27627"/>
                </a:lnTo>
                <a:lnTo>
                  <a:pt x="1015724" y="23821"/>
                </a:lnTo>
                <a:lnTo>
                  <a:pt x="1014738" y="20297"/>
                </a:lnTo>
                <a:lnTo>
                  <a:pt x="1013470" y="17055"/>
                </a:lnTo>
                <a:lnTo>
                  <a:pt x="1011920" y="14095"/>
                </a:lnTo>
                <a:lnTo>
                  <a:pt x="1010089" y="11417"/>
                </a:lnTo>
                <a:lnTo>
                  <a:pt x="1007976" y="9021"/>
                </a:lnTo>
                <a:lnTo>
                  <a:pt x="1005581" y="6906"/>
                </a:lnTo>
                <a:lnTo>
                  <a:pt x="1002904" y="5074"/>
                </a:lnTo>
                <a:lnTo>
                  <a:pt x="999946" y="3523"/>
                </a:lnTo>
                <a:lnTo>
                  <a:pt x="996706" y="2255"/>
                </a:lnTo>
                <a:lnTo>
                  <a:pt x="993184" y="1268"/>
                </a:lnTo>
                <a:lnTo>
                  <a:pt x="989381" y="563"/>
                </a:lnTo>
                <a:lnTo>
                  <a:pt x="985295" y="141"/>
                </a:lnTo>
                <a:lnTo>
                  <a:pt x="980928" y="0"/>
                </a:lnTo>
                <a:lnTo>
                  <a:pt x="36063" y="0"/>
                </a:lnTo>
                <a:lnTo>
                  <a:pt x="31696" y="141"/>
                </a:lnTo>
                <a:lnTo>
                  <a:pt x="27611" y="563"/>
                </a:lnTo>
                <a:lnTo>
                  <a:pt x="23807" y="1268"/>
                </a:lnTo>
                <a:lnTo>
                  <a:pt x="20285" y="2255"/>
                </a:lnTo>
                <a:lnTo>
                  <a:pt x="17045" y="3523"/>
                </a:lnTo>
                <a:lnTo>
                  <a:pt x="14087" y="5074"/>
                </a:lnTo>
                <a:lnTo>
                  <a:pt x="11410" y="6906"/>
                </a:lnTo>
                <a:lnTo>
                  <a:pt x="9015" y="9021"/>
                </a:lnTo>
                <a:lnTo>
                  <a:pt x="6902" y="11417"/>
                </a:lnTo>
                <a:lnTo>
                  <a:pt x="5071" y="14095"/>
                </a:lnTo>
                <a:lnTo>
                  <a:pt x="3521" y="17055"/>
                </a:lnTo>
                <a:lnTo>
                  <a:pt x="2254" y="20297"/>
                </a:lnTo>
                <a:lnTo>
                  <a:pt x="1267" y="23821"/>
                </a:lnTo>
                <a:lnTo>
                  <a:pt x="563" y="27627"/>
                </a:lnTo>
                <a:lnTo>
                  <a:pt x="140" y="31715"/>
                </a:lnTo>
                <a:lnTo>
                  <a:pt x="0" y="36085"/>
                </a:lnTo>
                <a:lnTo>
                  <a:pt x="0" y="187643"/>
                </a:lnTo>
                <a:lnTo>
                  <a:pt x="140" y="192012"/>
                </a:lnTo>
                <a:lnTo>
                  <a:pt x="563" y="196100"/>
                </a:lnTo>
                <a:lnTo>
                  <a:pt x="1267" y="199906"/>
                </a:lnTo>
                <a:lnTo>
                  <a:pt x="2254" y="203430"/>
                </a:lnTo>
                <a:lnTo>
                  <a:pt x="3521" y="206672"/>
                </a:lnTo>
                <a:lnTo>
                  <a:pt x="5071" y="209632"/>
                </a:lnTo>
                <a:lnTo>
                  <a:pt x="6902" y="212310"/>
                </a:lnTo>
                <a:lnTo>
                  <a:pt x="9015" y="214707"/>
                </a:lnTo>
                <a:lnTo>
                  <a:pt x="11410" y="216821"/>
                </a:lnTo>
                <a:lnTo>
                  <a:pt x="14087" y="218653"/>
                </a:lnTo>
                <a:lnTo>
                  <a:pt x="17045" y="220204"/>
                </a:lnTo>
                <a:lnTo>
                  <a:pt x="20285" y="221473"/>
                </a:lnTo>
                <a:lnTo>
                  <a:pt x="23807" y="222459"/>
                </a:lnTo>
                <a:lnTo>
                  <a:pt x="27611" y="223164"/>
                </a:lnTo>
                <a:lnTo>
                  <a:pt x="31696" y="223587"/>
                </a:lnTo>
                <a:lnTo>
                  <a:pt x="36063" y="223728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con_clipboard-check_7"/>
          <p:cNvSpPr/>
          <p:nvPr/>
        </p:nvSpPr>
        <p:spPr>
          <a:xfrm>
            <a:off x="926833" y="895057"/>
            <a:ext cx="100978" cy="115473"/>
          </a:xfrm>
          <a:custGeom>
            <a:avLst/>
            <a:gdLst/>
            <a:ahLst/>
            <a:cxnLst/>
            <a:rect l="l" t="t" r="r" b="b"/>
            <a:pathLst>
              <a:path w="100978" h="115473">
                <a:moveTo>
                  <a:pt x="28851" y="0"/>
                </a:moveTo>
                <a:lnTo>
                  <a:pt x="14425" y="0"/>
                </a:lnTo>
                <a:lnTo>
                  <a:pt x="13438" y="33"/>
                </a:lnTo>
                <a:lnTo>
                  <a:pt x="12468" y="132"/>
                </a:lnTo>
                <a:lnTo>
                  <a:pt x="11518" y="293"/>
                </a:lnTo>
                <a:lnTo>
                  <a:pt x="10590" y="516"/>
                </a:lnTo>
                <a:lnTo>
                  <a:pt x="9687" y="797"/>
                </a:lnTo>
                <a:lnTo>
                  <a:pt x="8810" y="1134"/>
                </a:lnTo>
                <a:lnTo>
                  <a:pt x="7962" y="1526"/>
                </a:lnTo>
                <a:lnTo>
                  <a:pt x="7144" y="1971"/>
                </a:lnTo>
                <a:lnTo>
                  <a:pt x="6360" y="2465"/>
                </a:lnTo>
                <a:lnTo>
                  <a:pt x="5610" y="3008"/>
                </a:lnTo>
                <a:lnTo>
                  <a:pt x="4898" y="3596"/>
                </a:lnTo>
                <a:lnTo>
                  <a:pt x="4225" y="4228"/>
                </a:lnTo>
                <a:lnTo>
                  <a:pt x="3593" y="4901"/>
                </a:lnTo>
                <a:lnTo>
                  <a:pt x="3006" y="5614"/>
                </a:lnTo>
                <a:lnTo>
                  <a:pt x="2463" y="6364"/>
                </a:lnTo>
                <a:lnTo>
                  <a:pt x="1969" y="7149"/>
                </a:lnTo>
                <a:lnTo>
                  <a:pt x="1525" y="7967"/>
                </a:lnTo>
                <a:lnTo>
                  <a:pt x="1133" y="8816"/>
                </a:lnTo>
                <a:lnTo>
                  <a:pt x="796" y="9693"/>
                </a:lnTo>
                <a:lnTo>
                  <a:pt x="515" y="10597"/>
                </a:lnTo>
                <a:lnTo>
                  <a:pt x="293" y="11525"/>
                </a:lnTo>
                <a:lnTo>
                  <a:pt x="131" y="12476"/>
                </a:lnTo>
                <a:lnTo>
                  <a:pt x="33" y="13446"/>
                </a:lnTo>
                <a:lnTo>
                  <a:pt x="0" y="14434"/>
                </a:lnTo>
                <a:lnTo>
                  <a:pt x="0" y="101039"/>
                </a:lnTo>
                <a:lnTo>
                  <a:pt x="33" y="102027"/>
                </a:lnTo>
                <a:lnTo>
                  <a:pt x="131" y="102997"/>
                </a:lnTo>
                <a:lnTo>
                  <a:pt x="293" y="103948"/>
                </a:lnTo>
                <a:lnTo>
                  <a:pt x="515" y="104876"/>
                </a:lnTo>
                <a:lnTo>
                  <a:pt x="796" y="105780"/>
                </a:lnTo>
                <a:lnTo>
                  <a:pt x="1133" y="106657"/>
                </a:lnTo>
                <a:lnTo>
                  <a:pt x="1525" y="107506"/>
                </a:lnTo>
                <a:lnTo>
                  <a:pt x="1969" y="108324"/>
                </a:lnTo>
                <a:lnTo>
                  <a:pt x="2463" y="109109"/>
                </a:lnTo>
                <a:lnTo>
                  <a:pt x="3006" y="109859"/>
                </a:lnTo>
                <a:lnTo>
                  <a:pt x="3593" y="110572"/>
                </a:lnTo>
                <a:lnTo>
                  <a:pt x="4225" y="111245"/>
                </a:lnTo>
                <a:lnTo>
                  <a:pt x="4898" y="111877"/>
                </a:lnTo>
                <a:lnTo>
                  <a:pt x="5610" y="112465"/>
                </a:lnTo>
                <a:lnTo>
                  <a:pt x="6360" y="113008"/>
                </a:lnTo>
                <a:lnTo>
                  <a:pt x="7144" y="113502"/>
                </a:lnTo>
                <a:lnTo>
                  <a:pt x="7962" y="113946"/>
                </a:lnTo>
                <a:lnTo>
                  <a:pt x="8810" y="114339"/>
                </a:lnTo>
                <a:lnTo>
                  <a:pt x="9687" y="114676"/>
                </a:lnTo>
                <a:lnTo>
                  <a:pt x="10590" y="114957"/>
                </a:lnTo>
                <a:lnTo>
                  <a:pt x="11518" y="115180"/>
                </a:lnTo>
                <a:lnTo>
                  <a:pt x="12468" y="115341"/>
                </a:lnTo>
                <a:lnTo>
                  <a:pt x="13438" y="115440"/>
                </a:lnTo>
                <a:lnTo>
                  <a:pt x="14425" y="115473"/>
                </a:lnTo>
                <a:lnTo>
                  <a:pt x="86552" y="115473"/>
                </a:lnTo>
                <a:lnTo>
                  <a:pt x="87540" y="115440"/>
                </a:lnTo>
                <a:lnTo>
                  <a:pt x="88510" y="115341"/>
                </a:lnTo>
                <a:lnTo>
                  <a:pt x="89460" y="115180"/>
                </a:lnTo>
                <a:lnTo>
                  <a:pt x="90387" y="114957"/>
                </a:lnTo>
                <a:lnTo>
                  <a:pt x="91290" y="114676"/>
                </a:lnTo>
                <a:lnTo>
                  <a:pt x="92167" y="114339"/>
                </a:lnTo>
                <a:lnTo>
                  <a:pt x="93016" y="113946"/>
                </a:lnTo>
                <a:lnTo>
                  <a:pt x="93833" y="113502"/>
                </a:lnTo>
                <a:lnTo>
                  <a:pt x="94618" y="113008"/>
                </a:lnTo>
                <a:lnTo>
                  <a:pt x="95367" y="112465"/>
                </a:lnTo>
                <a:lnTo>
                  <a:pt x="96080" y="111877"/>
                </a:lnTo>
                <a:lnTo>
                  <a:pt x="96753" y="111245"/>
                </a:lnTo>
                <a:lnTo>
                  <a:pt x="97384" y="110572"/>
                </a:lnTo>
                <a:lnTo>
                  <a:pt x="97972" y="109859"/>
                </a:lnTo>
                <a:lnTo>
                  <a:pt x="98514" y="109109"/>
                </a:lnTo>
                <a:lnTo>
                  <a:pt x="99008" y="108324"/>
                </a:lnTo>
                <a:lnTo>
                  <a:pt x="99452" y="107506"/>
                </a:lnTo>
                <a:lnTo>
                  <a:pt x="99844" y="106657"/>
                </a:lnTo>
                <a:lnTo>
                  <a:pt x="100182" y="105780"/>
                </a:lnTo>
                <a:lnTo>
                  <a:pt x="100462" y="104876"/>
                </a:lnTo>
                <a:lnTo>
                  <a:pt x="100685" y="103948"/>
                </a:lnTo>
                <a:lnTo>
                  <a:pt x="100846" y="102997"/>
                </a:lnTo>
                <a:lnTo>
                  <a:pt x="100944" y="102027"/>
                </a:lnTo>
                <a:lnTo>
                  <a:pt x="100978" y="101039"/>
                </a:lnTo>
                <a:lnTo>
                  <a:pt x="100978" y="14434"/>
                </a:lnTo>
                <a:lnTo>
                  <a:pt x="100944" y="13446"/>
                </a:lnTo>
                <a:lnTo>
                  <a:pt x="100846" y="12476"/>
                </a:lnTo>
                <a:lnTo>
                  <a:pt x="100685" y="11525"/>
                </a:lnTo>
                <a:lnTo>
                  <a:pt x="100462" y="10597"/>
                </a:lnTo>
                <a:lnTo>
                  <a:pt x="100182" y="9693"/>
                </a:lnTo>
                <a:lnTo>
                  <a:pt x="99844" y="8816"/>
                </a:lnTo>
                <a:lnTo>
                  <a:pt x="99452" y="7967"/>
                </a:lnTo>
                <a:lnTo>
                  <a:pt x="99008" y="7149"/>
                </a:lnTo>
                <a:lnTo>
                  <a:pt x="98514" y="6364"/>
                </a:lnTo>
                <a:lnTo>
                  <a:pt x="97972" y="5614"/>
                </a:lnTo>
                <a:lnTo>
                  <a:pt x="97384" y="4901"/>
                </a:lnTo>
                <a:lnTo>
                  <a:pt x="96753" y="4228"/>
                </a:lnTo>
                <a:lnTo>
                  <a:pt x="96080" y="3596"/>
                </a:lnTo>
                <a:lnTo>
                  <a:pt x="95367" y="3008"/>
                </a:lnTo>
                <a:lnTo>
                  <a:pt x="94618" y="2465"/>
                </a:lnTo>
                <a:lnTo>
                  <a:pt x="93833" y="1971"/>
                </a:lnTo>
                <a:lnTo>
                  <a:pt x="93016" y="1526"/>
                </a:lnTo>
                <a:lnTo>
                  <a:pt x="92167" y="1134"/>
                </a:lnTo>
                <a:lnTo>
                  <a:pt x="91290" y="797"/>
                </a:lnTo>
                <a:lnTo>
                  <a:pt x="90387" y="516"/>
                </a:lnTo>
                <a:lnTo>
                  <a:pt x="89460" y="293"/>
                </a:lnTo>
                <a:lnTo>
                  <a:pt x="88510" y="132"/>
                </a:lnTo>
                <a:lnTo>
                  <a:pt x="87540" y="33"/>
                </a:lnTo>
                <a:lnTo>
                  <a:pt x="86552" y="0"/>
                </a:lnTo>
                <a:lnTo>
                  <a:pt x="72127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_clipboard-check_8"/>
          <p:cNvSpPr/>
          <p:nvPr/>
        </p:nvSpPr>
        <p:spPr>
          <a:xfrm>
            <a:off x="955684" y="880623"/>
            <a:ext cx="43276" cy="28868"/>
          </a:xfrm>
          <a:custGeom>
            <a:avLst/>
            <a:gdLst/>
            <a:ahLst/>
            <a:cxnLst/>
            <a:rect l="l" t="t" r="r" b="b"/>
            <a:pathLst>
              <a:path w="43276" h="28868">
                <a:moveTo>
                  <a:pt x="0" y="14434"/>
                </a:moveTo>
                <a:lnTo>
                  <a:pt x="33" y="13446"/>
                </a:lnTo>
                <a:lnTo>
                  <a:pt x="131" y="12476"/>
                </a:lnTo>
                <a:lnTo>
                  <a:pt x="293" y="11525"/>
                </a:lnTo>
                <a:lnTo>
                  <a:pt x="515" y="10597"/>
                </a:lnTo>
                <a:lnTo>
                  <a:pt x="796" y="9693"/>
                </a:lnTo>
                <a:lnTo>
                  <a:pt x="1133" y="8816"/>
                </a:lnTo>
                <a:lnTo>
                  <a:pt x="1525" y="7967"/>
                </a:lnTo>
                <a:lnTo>
                  <a:pt x="1969" y="7149"/>
                </a:lnTo>
                <a:lnTo>
                  <a:pt x="2463" y="6364"/>
                </a:lnTo>
                <a:lnTo>
                  <a:pt x="3005" y="5614"/>
                </a:lnTo>
                <a:lnTo>
                  <a:pt x="3593" y="4901"/>
                </a:lnTo>
                <a:lnTo>
                  <a:pt x="4225" y="4228"/>
                </a:lnTo>
                <a:lnTo>
                  <a:pt x="4898" y="3596"/>
                </a:lnTo>
                <a:lnTo>
                  <a:pt x="5610" y="3008"/>
                </a:lnTo>
                <a:lnTo>
                  <a:pt x="6360" y="2465"/>
                </a:lnTo>
                <a:lnTo>
                  <a:pt x="7144" y="1971"/>
                </a:lnTo>
                <a:lnTo>
                  <a:pt x="7962" y="1526"/>
                </a:lnTo>
                <a:lnTo>
                  <a:pt x="8810" y="1134"/>
                </a:lnTo>
                <a:lnTo>
                  <a:pt x="9687" y="797"/>
                </a:lnTo>
                <a:lnTo>
                  <a:pt x="10590" y="516"/>
                </a:lnTo>
                <a:lnTo>
                  <a:pt x="11518" y="293"/>
                </a:lnTo>
                <a:lnTo>
                  <a:pt x="12468" y="132"/>
                </a:lnTo>
                <a:lnTo>
                  <a:pt x="13437" y="33"/>
                </a:lnTo>
                <a:lnTo>
                  <a:pt x="14425" y="0"/>
                </a:lnTo>
                <a:lnTo>
                  <a:pt x="28850" y="0"/>
                </a:lnTo>
                <a:lnTo>
                  <a:pt x="29838" y="33"/>
                </a:lnTo>
                <a:lnTo>
                  <a:pt x="30808" y="132"/>
                </a:lnTo>
                <a:lnTo>
                  <a:pt x="31758" y="293"/>
                </a:lnTo>
                <a:lnTo>
                  <a:pt x="32685" y="516"/>
                </a:lnTo>
                <a:lnTo>
                  <a:pt x="33589" y="797"/>
                </a:lnTo>
                <a:lnTo>
                  <a:pt x="34466" y="1134"/>
                </a:lnTo>
                <a:lnTo>
                  <a:pt x="35314" y="1526"/>
                </a:lnTo>
                <a:lnTo>
                  <a:pt x="36131" y="1971"/>
                </a:lnTo>
                <a:lnTo>
                  <a:pt x="36916" y="2465"/>
                </a:lnTo>
                <a:lnTo>
                  <a:pt x="37665" y="3008"/>
                </a:lnTo>
                <a:lnTo>
                  <a:pt x="38378" y="3596"/>
                </a:lnTo>
                <a:lnTo>
                  <a:pt x="39051" y="4228"/>
                </a:lnTo>
                <a:lnTo>
                  <a:pt x="39682" y="4901"/>
                </a:lnTo>
                <a:lnTo>
                  <a:pt x="40270" y="5614"/>
                </a:lnTo>
                <a:lnTo>
                  <a:pt x="40812" y="6364"/>
                </a:lnTo>
                <a:lnTo>
                  <a:pt x="41306" y="7149"/>
                </a:lnTo>
                <a:lnTo>
                  <a:pt x="41750" y="7967"/>
                </a:lnTo>
                <a:lnTo>
                  <a:pt x="42142" y="8816"/>
                </a:lnTo>
                <a:lnTo>
                  <a:pt x="42480" y="9693"/>
                </a:lnTo>
                <a:lnTo>
                  <a:pt x="42761" y="10597"/>
                </a:lnTo>
                <a:lnTo>
                  <a:pt x="42983" y="11525"/>
                </a:lnTo>
                <a:lnTo>
                  <a:pt x="43144" y="12476"/>
                </a:lnTo>
                <a:lnTo>
                  <a:pt x="43243" y="13446"/>
                </a:lnTo>
                <a:lnTo>
                  <a:pt x="43276" y="14434"/>
                </a:lnTo>
                <a:lnTo>
                  <a:pt x="43243" y="15422"/>
                </a:lnTo>
                <a:lnTo>
                  <a:pt x="43144" y="16393"/>
                </a:lnTo>
                <a:lnTo>
                  <a:pt x="42983" y="17343"/>
                </a:lnTo>
                <a:lnTo>
                  <a:pt x="42761" y="18271"/>
                </a:lnTo>
                <a:lnTo>
                  <a:pt x="42480" y="19175"/>
                </a:lnTo>
                <a:lnTo>
                  <a:pt x="42142" y="20053"/>
                </a:lnTo>
                <a:lnTo>
                  <a:pt x="41750" y="20901"/>
                </a:lnTo>
                <a:lnTo>
                  <a:pt x="41306" y="21719"/>
                </a:lnTo>
                <a:lnTo>
                  <a:pt x="40812" y="22504"/>
                </a:lnTo>
                <a:lnTo>
                  <a:pt x="40270" y="23254"/>
                </a:lnTo>
                <a:lnTo>
                  <a:pt x="39682" y="23967"/>
                </a:lnTo>
                <a:lnTo>
                  <a:pt x="39051" y="24641"/>
                </a:lnTo>
                <a:lnTo>
                  <a:pt x="38378" y="25272"/>
                </a:lnTo>
                <a:lnTo>
                  <a:pt x="37665" y="25861"/>
                </a:lnTo>
                <a:lnTo>
                  <a:pt x="36916" y="26403"/>
                </a:lnTo>
                <a:lnTo>
                  <a:pt x="36131" y="26898"/>
                </a:lnTo>
                <a:lnTo>
                  <a:pt x="35314" y="27342"/>
                </a:lnTo>
                <a:lnTo>
                  <a:pt x="34466" y="27734"/>
                </a:lnTo>
                <a:lnTo>
                  <a:pt x="33589" y="28072"/>
                </a:lnTo>
                <a:lnTo>
                  <a:pt x="32685" y="28353"/>
                </a:lnTo>
                <a:lnTo>
                  <a:pt x="31758" y="28575"/>
                </a:lnTo>
                <a:lnTo>
                  <a:pt x="30808" y="28736"/>
                </a:lnTo>
                <a:lnTo>
                  <a:pt x="29838" y="28835"/>
                </a:lnTo>
                <a:lnTo>
                  <a:pt x="28850" y="28868"/>
                </a:lnTo>
                <a:lnTo>
                  <a:pt x="14425" y="28868"/>
                </a:lnTo>
                <a:lnTo>
                  <a:pt x="13437" y="28835"/>
                </a:lnTo>
                <a:lnTo>
                  <a:pt x="12468" y="28736"/>
                </a:lnTo>
                <a:lnTo>
                  <a:pt x="11518" y="28575"/>
                </a:lnTo>
                <a:lnTo>
                  <a:pt x="10590" y="28353"/>
                </a:lnTo>
                <a:lnTo>
                  <a:pt x="9687" y="28072"/>
                </a:lnTo>
                <a:lnTo>
                  <a:pt x="8810" y="27734"/>
                </a:lnTo>
                <a:lnTo>
                  <a:pt x="7962" y="27342"/>
                </a:lnTo>
                <a:lnTo>
                  <a:pt x="7144" y="26898"/>
                </a:lnTo>
                <a:lnTo>
                  <a:pt x="6360" y="26403"/>
                </a:lnTo>
                <a:lnTo>
                  <a:pt x="5610" y="25861"/>
                </a:lnTo>
                <a:lnTo>
                  <a:pt x="4898" y="25272"/>
                </a:lnTo>
                <a:lnTo>
                  <a:pt x="4225" y="24641"/>
                </a:lnTo>
                <a:lnTo>
                  <a:pt x="3593" y="23967"/>
                </a:lnTo>
                <a:lnTo>
                  <a:pt x="3005" y="23254"/>
                </a:lnTo>
                <a:lnTo>
                  <a:pt x="2463" y="22504"/>
                </a:lnTo>
                <a:lnTo>
                  <a:pt x="1969" y="21719"/>
                </a:lnTo>
                <a:lnTo>
                  <a:pt x="1525" y="20901"/>
                </a:lnTo>
                <a:lnTo>
                  <a:pt x="1133" y="20053"/>
                </a:lnTo>
                <a:lnTo>
                  <a:pt x="796" y="19175"/>
                </a:lnTo>
                <a:lnTo>
                  <a:pt x="515" y="18271"/>
                </a:lnTo>
                <a:lnTo>
                  <a:pt x="293" y="17343"/>
                </a:lnTo>
                <a:lnTo>
                  <a:pt x="131" y="16393"/>
                </a:lnTo>
                <a:lnTo>
                  <a:pt x="33" y="15422"/>
                </a:lnTo>
                <a:lnTo>
                  <a:pt x="0" y="14434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con_clipboard-check_9"/>
          <p:cNvSpPr/>
          <p:nvPr/>
        </p:nvSpPr>
        <p:spPr>
          <a:xfrm>
            <a:off x="955684" y="945576"/>
            <a:ext cx="43276" cy="28869"/>
          </a:xfrm>
          <a:custGeom>
            <a:avLst/>
            <a:gdLst/>
            <a:ahLst/>
            <a:cxnLst/>
            <a:rect l="l" t="t" r="r" b="b"/>
            <a:pathLst>
              <a:path w="43276" h="28869">
                <a:moveTo>
                  <a:pt x="0" y="14435"/>
                </a:moveTo>
                <a:lnTo>
                  <a:pt x="14425" y="28869"/>
                </a:lnTo>
                <a:lnTo>
                  <a:pt x="43276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ector_10"/>
          <p:cNvSpPr/>
          <p:nvPr/>
        </p:nvSpPr>
        <p:spPr>
          <a:xfrm>
            <a:off x="1101741" y="763346"/>
            <a:ext cx="775366" cy="248988"/>
          </a:xfrm>
          <a:custGeom>
            <a:avLst/>
            <a:gdLst/>
            <a:ahLst/>
            <a:cxnLst/>
            <a:rect l="l" t="t" r="r" b="b"/>
            <a:pathLst>
              <a:path w="775366" h="248988">
                <a:moveTo>
                  <a:pt x="36064" y="248988"/>
                </a:moveTo>
                <a:lnTo>
                  <a:pt x="739303" y="248988"/>
                </a:lnTo>
                <a:lnTo>
                  <a:pt x="743670" y="248847"/>
                </a:lnTo>
                <a:lnTo>
                  <a:pt x="747755" y="248424"/>
                </a:lnTo>
                <a:lnTo>
                  <a:pt x="751559" y="247719"/>
                </a:lnTo>
                <a:lnTo>
                  <a:pt x="755081" y="246733"/>
                </a:lnTo>
                <a:lnTo>
                  <a:pt x="758321" y="245464"/>
                </a:lnTo>
                <a:lnTo>
                  <a:pt x="761279" y="243914"/>
                </a:lnTo>
                <a:lnTo>
                  <a:pt x="763956" y="242081"/>
                </a:lnTo>
                <a:lnTo>
                  <a:pt x="766351" y="239967"/>
                </a:lnTo>
                <a:lnTo>
                  <a:pt x="768464" y="237570"/>
                </a:lnTo>
                <a:lnTo>
                  <a:pt x="770295" y="234892"/>
                </a:lnTo>
                <a:lnTo>
                  <a:pt x="771845" y="231932"/>
                </a:lnTo>
                <a:lnTo>
                  <a:pt x="773112" y="228690"/>
                </a:lnTo>
                <a:lnTo>
                  <a:pt x="774099" y="225166"/>
                </a:lnTo>
                <a:lnTo>
                  <a:pt x="774803" y="221360"/>
                </a:lnTo>
                <a:lnTo>
                  <a:pt x="775226" y="217273"/>
                </a:lnTo>
                <a:lnTo>
                  <a:pt x="775366" y="212903"/>
                </a:lnTo>
                <a:lnTo>
                  <a:pt x="775366" y="36085"/>
                </a:lnTo>
                <a:lnTo>
                  <a:pt x="775226" y="31716"/>
                </a:lnTo>
                <a:lnTo>
                  <a:pt x="774803" y="27628"/>
                </a:lnTo>
                <a:lnTo>
                  <a:pt x="774099" y="23822"/>
                </a:lnTo>
                <a:lnTo>
                  <a:pt x="773112" y="20298"/>
                </a:lnTo>
                <a:lnTo>
                  <a:pt x="771845" y="17056"/>
                </a:lnTo>
                <a:lnTo>
                  <a:pt x="770295" y="14096"/>
                </a:lnTo>
                <a:lnTo>
                  <a:pt x="768464" y="11418"/>
                </a:lnTo>
                <a:lnTo>
                  <a:pt x="766351" y="9021"/>
                </a:lnTo>
                <a:lnTo>
                  <a:pt x="763956" y="6907"/>
                </a:lnTo>
                <a:lnTo>
                  <a:pt x="761279" y="5075"/>
                </a:lnTo>
                <a:lnTo>
                  <a:pt x="758321" y="3524"/>
                </a:lnTo>
                <a:lnTo>
                  <a:pt x="755081" y="2255"/>
                </a:lnTo>
                <a:lnTo>
                  <a:pt x="751559" y="1269"/>
                </a:lnTo>
                <a:lnTo>
                  <a:pt x="747755" y="564"/>
                </a:lnTo>
                <a:lnTo>
                  <a:pt x="743670" y="141"/>
                </a:lnTo>
                <a:lnTo>
                  <a:pt x="739303" y="0"/>
                </a:lnTo>
                <a:lnTo>
                  <a:pt x="36064" y="0"/>
                </a:lnTo>
                <a:lnTo>
                  <a:pt x="31697" y="141"/>
                </a:lnTo>
                <a:lnTo>
                  <a:pt x="27611" y="564"/>
                </a:lnTo>
                <a:lnTo>
                  <a:pt x="23808" y="1269"/>
                </a:lnTo>
                <a:lnTo>
                  <a:pt x="20286" y="2255"/>
                </a:lnTo>
                <a:lnTo>
                  <a:pt x="17046" y="3524"/>
                </a:lnTo>
                <a:lnTo>
                  <a:pt x="14087" y="5075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8"/>
                </a:lnTo>
                <a:lnTo>
                  <a:pt x="5071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4" y="27628"/>
                </a:lnTo>
                <a:lnTo>
                  <a:pt x="141" y="31716"/>
                </a:lnTo>
                <a:lnTo>
                  <a:pt x="0" y="36085"/>
                </a:lnTo>
                <a:lnTo>
                  <a:pt x="0" y="212903"/>
                </a:lnTo>
                <a:lnTo>
                  <a:pt x="141" y="217273"/>
                </a:lnTo>
                <a:lnTo>
                  <a:pt x="564" y="221360"/>
                </a:lnTo>
                <a:lnTo>
                  <a:pt x="1268" y="225166"/>
                </a:lnTo>
                <a:lnTo>
                  <a:pt x="2254" y="228690"/>
                </a:lnTo>
                <a:lnTo>
                  <a:pt x="3522" y="231932"/>
                </a:lnTo>
                <a:lnTo>
                  <a:pt x="5071" y="234892"/>
                </a:lnTo>
                <a:lnTo>
                  <a:pt x="6903" y="237570"/>
                </a:lnTo>
                <a:lnTo>
                  <a:pt x="9016" y="239967"/>
                </a:lnTo>
                <a:lnTo>
                  <a:pt x="11411" y="242081"/>
                </a:lnTo>
                <a:lnTo>
                  <a:pt x="14087" y="243914"/>
                </a:lnTo>
                <a:lnTo>
                  <a:pt x="17046" y="245464"/>
                </a:lnTo>
                <a:lnTo>
                  <a:pt x="20286" y="246733"/>
                </a:lnTo>
                <a:lnTo>
                  <a:pt x="23808" y="247719"/>
                </a:lnTo>
                <a:lnTo>
                  <a:pt x="27611" y="248424"/>
                </a:lnTo>
                <a:lnTo>
                  <a:pt x="31697" y="248847"/>
                </a:lnTo>
                <a:lnTo>
                  <a:pt x="36064" y="248988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ector_11"/>
          <p:cNvSpPr/>
          <p:nvPr/>
        </p:nvSpPr>
        <p:spPr>
          <a:xfrm>
            <a:off x="2291838" y="391668"/>
            <a:ext cx="797005" cy="212903"/>
          </a:xfrm>
          <a:custGeom>
            <a:avLst/>
            <a:gdLst/>
            <a:ahLst/>
            <a:cxnLst/>
            <a:rect l="l" t="t" r="r" b="b"/>
            <a:pathLst>
              <a:path w="797005" h="212903">
                <a:moveTo>
                  <a:pt x="36064" y="212903"/>
                </a:moveTo>
                <a:lnTo>
                  <a:pt x="760941" y="212903"/>
                </a:lnTo>
                <a:lnTo>
                  <a:pt x="765308" y="212762"/>
                </a:lnTo>
                <a:lnTo>
                  <a:pt x="769394" y="212339"/>
                </a:lnTo>
                <a:lnTo>
                  <a:pt x="773197" y="211635"/>
                </a:lnTo>
                <a:lnTo>
                  <a:pt x="776719" y="210648"/>
                </a:lnTo>
                <a:lnTo>
                  <a:pt x="779959" y="209379"/>
                </a:lnTo>
                <a:lnTo>
                  <a:pt x="782917" y="207829"/>
                </a:lnTo>
                <a:lnTo>
                  <a:pt x="785594" y="205996"/>
                </a:lnTo>
                <a:lnTo>
                  <a:pt x="787989" y="203882"/>
                </a:lnTo>
                <a:lnTo>
                  <a:pt x="790102" y="201486"/>
                </a:lnTo>
                <a:lnTo>
                  <a:pt x="791933" y="198807"/>
                </a:lnTo>
                <a:lnTo>
                  <a:pt x="793483" y="195847"/>
                </a:lnTo>
                <a:lnTo>
                  <a:pt x="794751" y="192605"/>
                </a:lnTo>
                <a:lnTo>
                  <a:pt x="795737" y="189081"/>
                </a:lnTo>
                <a:lnTo>
                  <a:pt x="796441" y="185275"/>
                </a:lnTo>
                <a:lnTo>
                  <a:pt x="796864" y="181188"/>
                </a:lnTo>
                <a:lnTo>
                  <a:pt x="797005" y="176818"/>
                </a:lnTo>
                <a:lnTo>
                  <a:pt x="797005" y="36086"/>
                </a:lnTo>
                <a:lnTo>
                  <a:pt x="796864" y="31716"/>
                </a:lnTo>
                <a:lnTo>
                  <a:pt x="796441" y="27628"/>
                </a:lnTo>
                <a:lnTo>
                  <a:pt x="795737" y="23822"/>
                </a:lnTo>
                <a:lnTo>
                  <a:pt x="794751" y="20298"/>
                </a:lnTo>
                <a:lnTo>
                  <a:pt x="793483" y="17056"/>
                </a:lnTo>
                <a:lnTo>
                  <a:pt x="791933" y="14096"/>
                </a:lnTo>
                <a:lnTo>
                  <a:pt x="790102" y="11418"/>
                </a:lnTo>
                <a:lnTo>
                  <a:pt x="787989" y="9022"/>
                </a:lnTo>
                <a:lnTo>
                  <a:pt x="785594" y="6907"/>
                </a:lnTo>
                <a:lnTo>
                  <a:pt x="782917" y="5075"/>
                </a:lnTo>
                <a:lnTo>
                  <a:pt x="779959" y="3524"/>
                </a:lnTo>
                <a:lnTo>
                  <a:pt x="776719" y="2256"/>
                </a:lnTo>
                <a:lnTo>
                  <a:pt x="773197" y="1269"/>
                </a:lnTo>
                <a:lnTo>
                  <a:pt x="769394" y="564"/>
                </a:lnTo>
                <a:lnTo>
                  <a:pt x="765308" y="141"/>
                </a:lnTo>
                <a:lnTo>
                  <a:pt x="760941" y="0"/>
                </a:lnTo>
                <a:lnTo>
                  <a:pt x="36064" y="0"/>
                </a:lnTo>
                <a:lnTo>
                  <a:pt x="31697" y="141"/>
                </a:lnTo>
                <a:lnTo>
                  <a:pt x="27611" y="564"/>
                </a:lnTo>
                <a:lnTo>
                  <a:pt x="23808" y="1269"/>
                </a:lnTo>
                <a:lnTo>
                  <a:pt x="20286" y="2256"/>
                </a:lnTo>
                <a:lnTo>
                  <a:pt x="17046" y="3524"/>
                </a:lnTo>
                <a:lnTo>
                  <a:pt x="14088" y="5075"/>
                </a:lnTo>
                <a:lnTo>
                  <a:pt x="11411" y="6907"/>
                </a:lnTo>
                <a:lnTo>
                  <a:pt x="9016" y="9022"/>
                </a:lnTo>
                <a:lnTo>
                  <a:pt x="6903" y="11418"/>
                </a:lnTo>
                <a:lnTo>
                  <a:pt x="5072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4" y="27628"/>
                </a:lnTo>
                <a:lnTo>
                  <a:pt x="141" y="31716"/>
                </a:lnTo>
                <a:lnTo>
                  <a:pt x="0" y="36086"/>
                </a:lnTo>
                <a:lnTo>
                  <a:pt x="0" y="176818"/>
                </a:lnTo>
                <a:lnTo>
                  <a:pt x="141" y="181188"/>
                </a:lnTo>
                <a:lnTo>
                  <a:pt x="564" y="185275"/>
                </a:lnTo>
                <a:lnTo>
                  <a:pt x="1268" y="189081"/>
                </a:lnTo>
                <a:lnTo>
                  <a:pt x="2254" y="192605"/>
                </a:lnTo>
                <a:lnTo>
                  <a:pt x="3522" y="195847"/>
                </a:lnTo>
                <a:lnTo>
                  <a:pt x="5072" y="198807"/>
                </a:lnTo>
                <a:lnTo>
                  <a:pt x="6903" y="201486"/>
                </a:lnTo>
                <a:lnTo>
                  <a:pt x="9016" y="203882"/>
                </a:lnTo>
                <a:lnTo>
                  <a:pt x="11411" y="205996"/>
                </a:lnTo>
                <a:lnTo>
                  <a:pt x="14088" y="207829"/>
                </a:lnTo>
                <a:lnTo>
                  <a:pt x="17046" y="209379"/>
                </a:lnTo>
                <a:lnTo>
                  <a:pt x="20286" y="210648"/>
                </a:lnTo>
                <a:lnTo>
                  <a:pt x="23808" y="211635"/>
                </a:lnTo>
                <a:lnTo>
                  <a:pt x="27611" y="212339"/>
                </a:lnTo>
                <a:lnTo>
                  <a:pt x="31697" y="212762"/>
                </a:lnTo>
                <a:lnTo>
                  <a:pt x="36064" y="212903"/>
                </a:lnTo>
                <a:close/>
              </a:path>
            </a:pathLst>
          </a:custGeom>
          <a:solidFill>
            <a:srgbClr val="E0E4EB"/>
          </a:solidFill>
          <a:ln w="5080">
            <a:solidFill>
              <a:srgbClr val="C0C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ector_12"/>
          <p:cNvSpPr/>
          <p:nvPr/>
        </p:nvSpPr>
        <p:spPr>
          <a:xfrm>
            <a:off x="3261948" y="366409"/>
            <a:ext cx="1384840" cy="259813"/>
          </a:xfrm>
          <a:custGeom>
            <a:avLst/>
            <a:gdLst/>
            <a:ahLst/>
            <a:cxnLst/>
            <a:rect l="l" t="t" r="r" b="b"/>
            <a:pathLst>
              <a:path w="1384840" h="259813">
                <a:moveTo>
                  <a:pt x="36063" y="259813"/>
                </a:moveTo>
                <a:lnTo>
                  <a:pt x="1348777" y="259813"/>
                </a:lnTo>
                <a:lnTo>
                  <a:pt x="1353144" y="259672"/>
                </a:lnTo>
                <a:lnTo>
                  <a:pt x="1357229" y="259249"/>
                </a:lnTo>
                <a:lnTo>
                  <a:pt x="1361033" y="258545"/>
                </a:lnTo>
                <a:lnTo>
                  <a:pt x="1364554" y="257558"/>
                </a:lnTo>
                <a:lnTo>
                  <a:pt x="1367795" y="256289"/>
                </a:lnTo>
                <a:lnTo>
                  <a:pt x="1370753" y="254739"/>
                </a:lnTo>
                <a:lnTo>
                  <a:pt x="1373430" y="252906"/>
                </a:lnTo>
                <a:lnTo>
                  <a:pt x="1375824" y="250792"/>
                </a:lnTo>
                <a:lnTo>
                  <a:pt x="1377937" y="248396"/>
                </a:lnTo>
                <a:lnTo>
                  <a:pt x="1379769" y="245718"/>
                </a:lnTo>
                <a:lnTo>
                  <a:pt x="1381318" y="242757"/>
                </a:lnTo>
                <a:lnTo>
                  <a:pt x="1382586" y="239515"/>
                </a:lnTo>
                <a:lnTo>
                  <a:pt x="1383572" y="235991"/>
                </a:lnTo>
                <a:lnTo>
                  <a:pt x="1384277" y="232186"/>
                </a:lnTo>
                <a:lnTo>
                  <a:pt x="1384699" y="228098"/>
                </a:lnTo>
                <a:lnTo>
                  <a:pt x="1384840" y="223728"/>
                </a:lnTo>
                <a:lnTo>
                  <a:pt x="1384840" y="36085"/>
                </a:lnTo>
                <a:lnTo>
                  <a:pt x="1384699" y="31715"/>
                </a:lnTo>
                <a:lnTo>
                  <a:pt x="1384277" y="27627"/>
                </a:lnTo>
                <a:lnTo>
                  <a:pt x="1383572" y="23822"/>
                </a:lnTo>
                <a:lnTo>
                  <a:pt x="1382586" y="20298"/>
                </a:lnTo>
                <a:lnTo>
                  <a:pt x="1381318" y="17056"/>
                </a:lnTo>
                <a:lnTo>
                  <a:pt x="1379769" y="14096"/>
                </a:lnTo>
                <a:lnTo>
                  <a:pt x="1377937" y="11417"/>
                </a:lnTo>
                <a:lnTo>
                  <a:pt x="1375824" y="9021"/>
                </a:lnTo>
                <a:lnTo>
                  <a:pt x="1373430" y="6907"/>
                </a:lnTo>
                <a:lnTo>
                  <a:pt x="1370753" y="5074"/>
                </a:lnTo>
                <a:lnTo>
                  <a:pt x="1367795" y="3524"/>
                </a:lnTo>
                <a:lnTo>
                  <a:pt x="1364554" y="2255"/>
                </a:lnTo>
                <a:lnTo>
                  <a:pt x="1361033" y="1268"/>
                </a:lnTo>
                <a:lnTo>
                  <a:pt x="1357229" y="564"/>
                </a:lnTo>
                <a:lnTo>
                  <a:pt x="1353144" y="141"/>
                </a:lnTo>
                <a:lnTo>
                  <a:pt x="1348777" y="0"/>
                </a:lnTo>
                <a:lnTo>
                  <a:pt x="36063" y="0"/>
                </a:lnTo>
                <a:lnTo>
                  <a:pt x="31696" y="141"/>
                </a:lnTo>
                <a:lnTo>
                  <a:pt x="27611" y="564"/>
                </a:lnTo>
                <a:lnTo>
                  <a:pt x="23807" y="1268"/>
                </a:lnTo>
                <a:lnTo>
                  <a:pt x="20286" y="2255"/>
                </a:lnTo>
                <a:lnTo>
                  <a:pt x="17045" y="3524"/>
                </a:lnTo>
                <a:lnTo>
                  <a:pt x="14087" y="5074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7"/>
                </a:lnTo>
                <a:lnTo>
                  <a:pt x="5071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3" y="27627"/>
                </a:lnTo>
                <a:lnTo>
                  <a:pt x="141" y="31715"/>
                </a:lnTo>
                <a:lnTo>
                  <a:pt x="0" y="36085"/>
                </a:lnTo>
                <a:lnTo>
                  <a:pt x="0" y="223728"/>
                </a:lnTo>
                <a:lnTo>
                  <a:pt x="141" y="228098"/>
                </a:lnTo>
                <a:lnTo>
                  <a:pt x="563" y="232186"/>
                </a:lnTo>
                <a:lnTo>
                  <a:pt x="1268" y="235991"/>
                </a:lnTo>
                <a:lnTo>
                  <a:pt x="2254" y="239515"/>
                </a:lnTo>
                <a:lnTo>
                  <a:pt x="3522" y="242757"/>
                </a:lnTo>
                <a:lnTo>
                  <a:pt x="5071" y="245718"/>
                </a:lnTo>
                <a:lnTo>
                  <a:pt x="6903" y="248396"/>
                </a:lnTo>
                <a:lnTo>
                  <a:pt x="9016" y="250792"/>
                </a:lnTo>
                <a:lnTo>
                  <a:pt x="11411" y="252906"/>
                </a:lnTo>
                <a:lnTo>
                  <a:pt x="14087" y="254739"/>
                </a:lnTo>
                <a:lnTo>
                  <a:pt x="17045" y="256289"/>
                </a:lnTo>
                <a:lnTo>
                  <a:pt x="20286" y="257558"/>
                </a:lnTo>
                <a:lnTo>
                  <a:pt x="23807" y="258545"/>
                </a:lnTo>
                <a:lnTo>
                  <a:pt x="27611" y="259249"/>
                </a:lnTo>
                <a:lnTo>
                  <a:pt x="31696" y="259672"/>
                </a:lnTo>
                <a:lnTo>
                  <a:pt x="36063" y="259813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_chart-line_13"/>
          <p:cNvSpPr/>
          <p:nvPr/>
        </p:nvSpPr>
        <p:spPr>
          <a:xfrm>
            <a:off x="2460736" y="891749"/>
            <a:ext cx="149063" cy="0"/>
          </a:xfrm>
          <a:custGeom>
            <a:avLst/>
            <a:gdLst/>
            <a:ahLst/>
            <a:cxnLst/>
            <a:rect l="l" t="t" r="r" b="b"/>
            <a:pathLst>
              <a:path w="149063" h="0">
                <a:moveTo>
                  <a:pt x="0" y="0"/>
                </a:moveTo>
                <a:lnTo>
                  <a:pt x="149063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con_chart-line_14"/>
          <p:cNvSpPr/>
          <p:nvPr/>
        </p:nvSpPr>
        <p:spPr>
          <a:xfrm>
            <a:off x="2460736" y="770563"/>
            <a:ext cx="149063" cy="83898"/>
          </a:xfrm>
          <a:custGeom>
            <a:avLst/>
            <a:gdLst/>
            <a:ahLst/>
            <a:cxnLst/>
            <a:rect l="l" t="t" r="r" b="b"/>
            <a:pathLst>
              <a:path w="149063" h="83898">
                <a:moveTo>
                  <a:pt x="0" y="83898"/>
                </a:moveTo>
                <a:lnTo>
                  <a:pt x="37266" y="27966"/>
                </a:lnTo>
                <a:lnTo>
                  <a:pt x="74531" y="46610"/>
                </a:lnTo>
                <a:lnTo>
                  <a:pt x="111797" y="0"/>
                </a:lnTo>
                <a:lnTo>
                  <a:pt x="149063" y="37288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con_link_15"/>
          <p:cNvSpPr/>
          <p:nvPr/>
        </p:nvSpPr>
        <p:spPr>
          <a:xfrm>
            <a:off x="2839103" y="798529"/>
            <a:ext cx="55898" cy="55932"/>
          </a:xfrm>
          <a:custGeom>
            <a:avLst/>
            <a:gdLst/>
            <a:ahLst/>
            <a:cxnLst/>
            <a:rect l="l" t="t" r="r" b="b"/>
            <a:pathLst>
              <a:path w="55898" h="55932">
                <a:moveTo>
                  <a:pt x="0" y="55932"/>
                </a:moveTo>
                <a:lnTo>
                  <a:pt x="55898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con_link_16"/>
          <p:cNvSpPr/>
          <p:nvPr/>
        </p:nvSpPr>
        <p:spPr>
          <a:xfrm>
            <a:off x="2857736" y="751916"/>
            <a:ext cx="83836" cy="83901"/>
          </a:xfrm>
          <a:custGeom>
            <a:avLst/>
            <a:gdLst/>
            <a:ahLst/>
            <a:cxnLst/>
            <a:rect l="l" t="t" r="r" b="b"/>
            <a:pathLst>
              <a:path w="83836" h="83901">
                <a:moveTo>
                  <a:pt x="0" y="18647"/>
                </a:moveTo>
                <a:lnTo>
                  <a:pt x="4313" y="13651"/>
                </a:lnTo>
                <a:lnTo>
                  <a:pt x="6644" y="11470"/>
                </a:lnTo>
                <a:lnTo>
                  <a:pt x="9084" y="9479"/>
                </a:lnTo>
                <a:lnTo>
                  <a:pt x="11621" y="7678"/>
                </a:lnTo>
                <a:lnTo>
                  <a:pt x="14247" y="6066"/>
                </a:lnTo>
                <a:lnTo>
                  <a:pt x="16951" y="4645"/>
                </a:lnTo>
                <a:lnTo>
                  <a:pt x="19724" y="3412"/>
                </a:lnTo>
                <a:lnTo>
                  <a:pt x="22556" y="2369"/>
                </a:lnTo>
                <a:lnTo>
                  <a:pt x="25437" y="1516"/>
                </a:lnTo>
                <a:lnTo>
                  <a:pt x="28357" y="853"/>
                </a:lnTo>
                <a:lnTo>
                  <a:pt x="31306" y="379"/>
                </a:lnTo>
                <a:lnTo>
                  <a:pt x="34276" y="95"/>
                </a:lnTo>
                <a:lnTo>
                  <a:pt x="37255" y="0"/>
                </a:lnTo>
                <a:lnTo>
                  <a:pt x="40233" y="95"/>
                </a:lnTo>
                <a:lnTo>
                  <a:pt x="43202" y="380"/>
                </a:lnTo>
                <a:lnTo>
                  <a:pt x="46152" y="854"/>
                </a:lnTo>
                <a:lnTo>
                  <a:pt x="49072" y="1518"/>
                </a:lnTo>
                <a:lnTo>
                  <a:pt x="51953" y="2372"/>
                </a:lnTo>
                <a:lnTo>
                  <a:pt x="54784" y="3415"/>
                </a:lnTo>
                <a:lnTo>
                  <a:pt x="57557" y="4647"/>
                </a:lnTo>
                <a:lnTo>
                  <a:pt x="60261" y="6070"/>
                </a:lnTo>
                <a:lnTo>
                  <a:pt x="62887" y="7682"/>
                </a:lnTo>
                <a:lnTo>
                  <a:pt x="65424" y="9483"/>
                </a:lnTo>
                <a:lnTo>
                  <a:pt x="67863" y="11474"/>
                </a:lnTo>
                <a:lnTo>
                  <a:pt x="70194" y="13655"/>
                </a:lnTo>
                <a:lnTo>
                  <a:pt x="72373" y="15988"/>
                </a:lnTo>
                <a:lnTo>
                  <a:pt x="74363" y="18429"/>
                </a:lnTo>
                <a:lnTo>
                  <a:pt x="76163" y="20968"/>
                </a:lnTo>
                <a:lnTo>
                  <a:pt x="77774" y="23595"/>
                </a:lnTo>
                <a:lnTo>
                  <a:pt x="79195" y="26301"/>
                </a:lnTo>
                <a:lnTo>
                  <a:pt x="80426" y="29076"/>
                </a:lnTo>
                <a:lnTo>
                  <a:pt x="81468" y="31909"/>
                </a:lnTo>
                <a:lnTo>
                  <a:pt x="82321" y="34792"/>
                </a:lnTo>
                <a:lnTo>
                  <a:pt x="82984" y="37714"/>
                </a:lnTo>
                <a:lnTo>
                  <a:pt x="83458" y="40665"/>
                </a:lnTo>
                <a:lnTo>
                  <a:pt x="83742" y="43636"/>
                </a:lnTo>
                <a:lnTo>
                  <a:pt x="83836" y="46616"/>
                </a:lnTo>
                <a:lnTo>
                  <a:pt x="83741" y="49597"/>
                </a:lnTo>
                <a:lnTo>
                  <a:pt x="83457" y="52568"/>
                </a:lnTo>
                <a:lnTo>
                  <a:pt x="82983" y="55519"/>
                </a:lnTo>
                <a:lnTo>
                  <a:pt x="82319" y="58441"/>
                </a:lnTo>
                <a:lnTo>
                  <a:pt x="81466" y="61323"/>
                </a:lnTo>
                <a:lnTo>
                  <a:pt x="80424" y="64157"/>
                </a:lnTo>
                <a:lnTo>
                  <a:pt x="79192" y="66931"/>
                </a:lnTo>
                <a:lnTo>
                  <a:pt x="77770" y="69637"/>
                </a:lnTo>
                <a:lnTo>
                  <a:pt x="76159" y="72264"/>
                </a:lnTo>
                <a:lnTo>
                  <a:pt x="74359" y="74803"/>
                </a:lnTo>
                <a:lnTo>
                  <a:pt x="72369" y="77243"/>
                </a:lnTo>
                <a:lnTo>
                  <a:pt x="70189" y="79576"/>
                </a:lnTo>
                <a:lnTo>
                  <a:pt x="65214" y="83901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con_link_17"/>
          <p:cNvSpPr/>
          <p:nvPr/>
        </p:nvSpPr>
        <p:spPr>
          <a:xfrm>
            <a:off x="2792519" y="817173"/>
            <a:ext cx="83849" cy="83883"/>
          </a:xfrm>
          <a:custGeom>
            <a:avLst/>
            <a:gdLst/>
            <a:ahLst/>
            <a:cxnLst/>
            <a:rect l="l" t="t" r="r" b="b"/>
            <a:pathLst>
              <a:path w="83849" h="83883">
                <a:moveTo>
                  <a:pt x="83849" y="65254"/>
                </a:moveTo>
                <a:lnTo>
                  <a:pt x="80151" y="70232"/>
                </a:lnTo>
                <a:lnTo>
                  <a:pt x="77795" y="72413"/>
                </a:lnTo>
                <a:lnTo>
                  <a:pt x="75331" y="74403"/>
                </a:lnTo>
                <a:lnTo>
                  <a:pt x="72771" y="76205"/>
                </a:lnTo>
                <a:lnTo>
                  <a:pt x="70123" y="77816"/>
                </a:lnTo>
                <a:lnTo>
                  <a:pt x="67397" y="79238"/>
                </a:lnTo>
                <a:lnTo>
                  <a:pt x="64602" y="80470"/>
                </a:lnTo>
                <a:lnTo>
                  <a:pt x="61750" y="81513"/>
                </a:lnTo>
                <a:lnTo>
                  <a:pt x="58849" y="82366"/>
                </a:lnTo>
                <a:lnTo>
                  <a:pt x="55908" y="83030"/>
                </a:lnTo>
                <a:lnTo>
                  <a:pt x="52939" y="83504"/>
                </a:lnTo>
                <a:lnTo>
                  <a:pt x="49950" y="83788"/>
                </a:lnTo>
                <a:lnTo>
                  <a:pt x="46952" y="83883"/>
                </a:lnTo>
                <a:lnTo>
                  <a:pt x="43953" y="83788"/>
                </a:lnTo>
                <a:lnTo>
                  <a:pt x="40964" y="83504"/>
                </a:lnTo>
                <a:lnTo>
                  <a:pt x="37995" y="83030"/>
                </a:lnTo>
                <a:lnTo>
                  <a:pt x="35055" y="82366"/>
                </a:lnTo>
                <a:lnTo>
                  <a:pt x="32154" y="81513"/>
                </a:lnTo>
                <a:lnTo>
                  <a:pt x="29301" y="80470"/>
                </a:lnTo>
                <a:lnTo>
                  <a:pt x="26507" y="79238"/>
                </a:lnTo>
                <a:lnTo>
                  <a:pt x="23781" y="77816"/>
                </a:lnTo>
                <a:lnTo>
                  <a:pt x="21133" y="76205"/>
                </a:lnTo>
                <a:lnTo>
                  <a:pt x="18572" y="74403"/>
                </a:lnTo>
                <a:lnTo>
                  <a:pt x="16109" y="72413"/>
                </a:lnTo>
                <a:lnTo>
                  <a:pt x="13753" y="70232"/>
                </a:lnTo>
                <a:lnTo>
                  <a:pt x="12673" y="69128"/>
                </a:lnTo>
                <a:lnTo>
                  <a:pt x="11633" y="67991"/>
                </a:lnTo>
                <a:lnTo>
                  <a:pt x="10635" y="66824"/>
                </a:lnTo>
                <a:lnTo>
                  <a:pt x="9678" y="65628"/>
                </a:lnTo>
                <a:lnTo>
                  <a:pt x="8764" y="64403"/>
                </a:lnTo>
                <a:lnTo>
                  <a:pt x="7891" y="63151"/>
                </a:lnTo>
                <a:lnTo>
                  <a:pt x="7062" y="61873"/>
                </a:lnTo>
                <a:lnTo>
                  <a:pt x="6276" y="60570"/>
                </a:lnTo>
                <a:lnTo>
                  <a:pt x="5534" y="59243"/>
                </a:lnTo>
                <a:lnTo>
                  <a:pt x="4836" y="57894"/>
                </a:lnTo>
                <a:lnTo>
                  <a:pt x="4184" y="56523"/>
                </a:lnTo>
                <a:lnTo>
                  <a:pt x="3576" y="55132"/>
                </a:lnTo>
                <a:lnTo>
                  <a:pt x="3015" y="53722"/>
                </a:lnTo>
                <a:lnTo>
                  <a:pt x="2500" y="52294"/>
                </a:lnTo>
                <a:lnTo>
                  <a:pt x="2031" y="50848"/>
                </a:lnTo>
                <a:lnTo>
                  <a:pt x="1610" y="49388"/>
                </a:lnTo>
                <a:lnTo>
                  <a:pt x="1237" y="47912"/>
                </a:lnTo>
                <a:lnTo>
                  <a:pt x="912" y="46424"/>
                </a:lnTo>
                <a:lnTo>
                  <a:pt x="635" y="44923"/>
                </a:lnTo>
                <a:lnTo>
                  <a:pt x="408" y="43411"/>
                </a:lnTo>
                <a:lnTo>
                  <a:pt x="230" y="41889"/>
                </a:lnTo>
                <a:lnTo>
                  <a:pt x="103" y="40358"/>
                </a:lnTo>
                <a:lnTo>
                  <a:pt x="26" y="38819"/>
                </a:lnTo>
                <a:lnTo>
                  <a:pt x="0" y="37274"/>
                </a:lnTo>
                <a:lnTo>
                  <a:pt x="26" y="35729"/>
                </a:lnTo>
                <a:lnTo>
                  <a:pt x="103" y="34191"/>
                </a:lnTo>
                <a:lnTo>
                  <a:pt x="230" y="32660"/>
                </a:lnTo>
                <a:lnTo>
                  <a:pt x="408" y="31138"/>
                </a:lnTo>
                <a:lnTo>
                  <a:pt x="635" y="29626"/>
                </a:lnTo>
                <a:lnTo>
                  <a:pt x="912" y="28125"/>
                </a:lnTo>
                <a:lnTo>
                  <a:pt x="1237" y="26636"/>
                </a:lnTo>
                <a:lnTo>
                  <a:pt x="1610" y="25161"/>
                </a:lnTo>
                <a:lnTo>
                  <a:pt x="2031" y="23700"/>
                </a:lnTo>
                <a:lnTo>
                  <a:pt x="2500" y="22255"/>
                </a:lnTo>
                <a:lnTo>
                  <a:pt x="3015" y="20827"/>
                </a:lnTo>
                <a:lnTo>
                  <a:pt x="3576" y="19417"/>
                </a:lnTo>
                <a:lnTo>
                  <a:pt x="4184" y="18026"/>
                </a:lnTo>
                <a:lnTo>
                  <a:pt x="4836" y="16655"/>
                </a:lnTo>
                <a:lnTo>
                  <a:pt x="5534" y="15306"/>
                </a:lnTo>
                <a:lnTo>
                  <a:pt x="6276" y="13979"/>
                </a:lnTo>
                <a:lnTo>
                  <a:pt x="7062" y="12676"/>
                </a:lnTo>
                <a:lnTo>
                  <a:pt x="7891" y="11398"/>
                </a:lnTo>
                <a:lnTo>
                  <a:pt x="8764" y="10146"/>
                </a:lnTo>
                <a:lnTo>
                  <a:pt x="9678" y="8921"/>
                </a:lnTo>
                <a:lnTo>
                  <a:pt x="10635" y="7724"/>
                </a:lnTo>
                <a:lnTo>
                  <a:pt x="11633" y="6557"/>
                </a:lnTo>
                <a:lnTo>
                  <a:pt x="12673" y="5421"/>
                </a:lnTo>
                <a:lnTo>
                  <a:pt x="13753" y="4316"/>
                </a:lnTo>
                <a:lnTo>
                  <a:pt x="18634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ector_18"/>
          <p:cNvSpPr/>
          <p:nvPr/>
        </p:nvSpPr>
        <p:spPr>
          <a:xfrm>
            <a:off x="2876068" y="972640"/>
            <a:ext cx="530134" cy="205686"/>
          </a:xfrm>
          <a:custGeom>
            <a:avLst/>
            <a:gdLst/>
            <a:ahLst/>
            <a:cxnLst/>
            <a:rect l="l" t="t" r="r" b="b"/>
            <a:pathLst>
              <a:path w="530134" h="205686">
                <a:moveTo>
                  <a:pt x="36063" y="205686"/>
                </a:moveTo>
                <a:lnTo>
                  <a:pt x="494070" y="205686"/>
                </a:lnTo>
                <a:lnTo>
                  <a:pt x="498438" y="205545"/>
                </a:lnTo>
                <a:lnTo>
                  <a:pt x="502523" y="205122"/>
                </a:lnTo>
                <a:lnTo>
                  <a:pt x="506326" y="204417"/>
                </a:lnTo>
                <a:lnTo>
                  <a:pt x="509848" y="203431"/>
                </a:lnTo>
                <a:lnTo>
                  <a:pt x="513088" y="202162"/>
                </a:lnTo>
                <a:lnTo>
                  <a:pt x="516047" y="200612"/>
                </a:lnTo>
                <a:lnTo>
                  <a:pt x="518723" y="198779"/>
                </a:lnTo>
                <a:lnTo>
                  <a:pt x="521118" y="196665"/>
                </a:lnTo>
                <a:lnTo>
                  <a:pt x="523231" y="194268"/>
                </a:lnTo>
                <a:lnTo>
                  <a:pt x="525063" y="191590"/>
                </a:lnTo>
                <a:lnTo>
                  <a:pt x="526612" y="188630"/>
                </a:lnTo>
                <a:lnTo>
                  <a:pt x="527880" y="185388"/>
                </a:lnTo>
                <a:lnTo>
                  <a:pt x="528866" y="181864"/>
                </a:lnTo>
                <a:lnTo>
                  <a:pt x="529571" y="178058"/>
                </a:lnTo>
                <a:lnTo>
                  <a:pt x="529993" y="173971"/>
                </a:lnTo>
                <a:lnTo>
                  <a:pt x="530134" y="169601"/>
                </a:lnTo>
                <a:lnTo>
                  <a:pt x="530134" y="36086"/>
                </a:lnTo>
                <a:lnTo>
                  <a:pt x="529993" y="31716"/>
                </a:lnTo>
                <a:lnTo>
                  <a:pt x="529571" y="27628"/>
                </a:lnTo>
                <a:lnTo>
                  <a:pt x="528866" y="23822"/>
                </a:lnTo>
                <a:lnTo>
                  <a:pt x="527880" y="20298"/>
                </a:lnTo>
                <a:lnTo>
                  <a:pt x="526612" y="17056"/>
                </a:lnTo>
                <a:lnTo>
                  <a:pt x="525063" y="14096"/>
                </a:lnTo>
                <a:lnTo>
                  <a:pt x="523231" y="11418"/>
                </a:lnTo>
                <a:lnTo>
                  <a:pt x="521118" y="9022"/>
                </a:lnTo>
                <a:lnTo>
                  <a:pt x="518723" y="6907"/>
                </a:lnTo>
                <a:lnTo>
                  <a:pt x="516047" y="5075"/>
                </a:lnTo>
                <a:lnTo>
                  <a:pt x="513088" y="3524"/>
                </a:lnTo>
                <a:lnTo>
                  <a:pt x="509848" y="2256"/>
                </a:lnTo>
                <a:lnTo>
                  <a:pt x="506326" y="1269"/>
                </a:lnTo>
                <a:lnTo>
                  <a:pt x="502523" y="564"/>
                </a:lnTo>
                <a:lnTo>
                  <a:pt x="498438" y="141"/>
                </a:lnTo>
                <a:lnTo>
                  <a:pt x="494070" y="0"/>
                </a:lnTo>
                <a:lnTo>
                  <a:pt x="36063" y="0"/>
                </a:lnTo>
                <a:lnTo>
                  <a:pt x="31696" y="141"/>
                </a:lnTo>
                <a:lnTo>
                  <a:pt x="27611" y="564"/>
                </a:lnTo>
                <a:lnTo>
                  <a:pt x="23807" y="1269"/>
                </a:lnTo>
                <a:lnTo>
                  <a:pt x="20286" y="2256"/>
                </a:lnTo>
                <a:lnTo>
                  <a:pt x="17045" y="3524"/>
                </a:lnTo>
                <a:lnTo>
                  <a:pt x="14087" y="5075"/>
                </a:lnTo>
                <a:lnTo>
                  <a:pt x="11411" y="6907"/>
                </a:lnTo>
                <a:lnTo>
                  <a:pt x="9016" y="9022"/>
                </a:lnTo>
                <a:lnTo>
                  <a:pt x="6903" y="11418"/>
                </a:lnTo>
                <a:lnTo>
                  <a:pt x="5071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3" y="27628"/>
                </a:lnTo>
                <a:lnTo>
                  <a:pt x="141" y="31716"/>
                </a:lnTo>
                <a:lnTo>
                  <a:pt x="0" y="36086"/>
                </a:lnTo>
                <a:lnTo>
                  <a:pt x="0" y="169601"/>
                </a:lnTo>
                <a:lnTo>
                  <a:pt x="141" y="173971"/>
                </a:lnTo>
                <a:lnTo>
                  <a:pt x="563" y="178058"/>
                </a:lnTo>
                <a:lnTo>
                  <a:pt x="1268" y="181864"/>
                </a:lnTo>
                <a:lnTo>
                  <a:pt x="2254" y="185388"/>
                </a:lnTo>
                <a:lnTo>
                  <a:pt x="3522" y="188630"/>
                </a:lnTo>
                <a:lnTo>
                  <a:pt x="5071" y="191590"/>
                </a:lnTo>
                <a:lnTo>
                  <a:pt x="6903" y="194268"/>
                </a:lnTo>
                <a:lnTo>
                  <a:pt x="9016" y="196665"/>
                </a:lnTo>
                <a:lnTo>
                  <a:pt x="11411" y="198779"/>
                </a:lnTo>
                <a:lnTo>
                  <a:pt x="14087" y="200612"/>
                </a:lnTo>
                <a:lnTo>
                  <a:pt x="17045" y="202162"/>
                </a:lnTo>
                <a:lnTo>
                  <a:pt x="20286" y="203431"/>
                </a:lnTo>
                <a:lnTo>
                  <a:pt x="23807" y="204417"/>
                </a:lnTo>
                <a:lnTo>
                  <a:pt x="27611" y="205122"/>
                </a:lnTo>
                <a:lnTo>
                  <a:pt x="31696" y="205545"/>
                </a:lnTo>
                <a:lnTo>
                  <a:pt x="36063" y="205686"/>
                </a:lnTo>
                <a:close/>
              </a:path>
            </a:pathLst>
          </a:custGeom>
          <a:solidFill>
            <a:srgbClr val="E0E4EB"/>
          </a:solidFill>
          <a:ln w="5080">
            <a:solidFill>
              <a:srgbClr val="C0C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ector_19"/>
          <p:cNvSpPr/>
          <p:nvPr/>
        </p:nvSpPr>
        <p:spPr>
          <a:xfrm>
            <a:off x="3568488" y="922121"/>
            <a:ext cx="1078300" cy="256205"/>
          </a:xfrm>
          <a:custGeom>
            <a:avLst/>
            <a:gdLst/>
            <a:ahLst/>
            <a:cxnLst/>
            <a:rect l="l" t="t" r="r" b="b"/>
            <a:pathLst>
              <a:path w="1078300" h="256205">
                <a:moveTo>
                  <a:pt x="36064" y="256205"/>
                </a:moveTo>
                <a:lnTo>
                  <a:pt x="1042237" y="256205"/>
                </a:lnTo>
                <a:lnTo>
                  <a:pt x="1046604" y="256064"/>
                </a:lnTo>
                <a:lnTo>
                  <a:pt x="1050689" y="255641"/>
                </a:lnTo>
                <a:lnTo>
                  <a:pt x="1054493" y="254936"/>
                </a:lnTo>
                <a:lnTo>
                  <a:pt x="1058014" y="253950"/>
                </a:lnTo>
                <a:lnTo>
                  <a:pt x="1061255" y="252681"/>
                </a:lnTo>
                <a:lnTo>
                  <a:pt x="1064213" y="251131"/>
                </a:lnTo>
                <a:lnTo>
                  <a:pt x="1066890" y="249298"/>
                </a:lnTo>
                <a:lnTo>
                  <a:pt x="1069284" y="247184"/>
                </a:lnTo>
                <a:lnTo>
                  <a:pt x="1071397" y="244787"/>
                </a:lnTo>
                <a:lnTo>
                  <a:pt x="1073229" y="242109"/>
                </a:lnTo>
                <a:lnTo>
                  <a:pt x="1074778" y="239149"/>
                </a:lnTo>
                <a:lnTo>
                  <a:pt x="1076046" y="235907"/>
                </a:lnTo>
                <a:lnTo>
                  <a:pt x="1077032" y="232383"/>
                </a:lnTo>
                <a:lnTo>
                  <a:pt x="1077737" y="228577"/>
                </a:lnTo>
                <a:lnTo>
                  <a:pt x="1078159" y="224490"/>
                </a:lnTo>
                <a:lnTo>
                  <a:pt x="1078300" y="220120"/>
                </a:lnTo>
                <a:lnTo>
                  <a:pt x="1078300" y="36085"/>
                </a:lnTo>
                <a:lnTo>
                  <a:pt x="1078159" y="31716"/>
                </a:lnTo>
                <a:lnTo>
                  <a:pt x="1077737" y="27628"/>
                </a:lnTo>
                <a:lnTo>
                  <a:pt x="1077032" y="23822"/>
                </a:lnTo>
                <a:lnTo>
                  <a:pt x="1076046" y="20298"/>
                </a:lnTo>
                <a:lnTo>
                  <a:pt x="1074778" y="17056"/>
                </a:lnTo>
                <a:lnTo>
                  <a:pt x="1073229" y="14096"/>
                </a:lnTo>
                <a:lnTo>
                  <a:pt x="1071397" y="11418"/>
                </a:lnTo>
                <a:lnTo>
                  <a:pt x="1069284" y="9021"/>
                </a:lnTo>
                <a:lnTo>
                  <a:pt x="1066890" y="6907"/>
                </a:lnTo>
                <a:lnTo>
                  <a:pt x="1064213" y="5075"/>
                </a:lnTo>
                <a:lnTo>
                  <a:pt x="1061255" y="3524"/>
                </a:lnTo>
                <a:lnTo>
                  <a:pt x="1058014" y="2255"/>
                </a:lnTo>
                <a:lnTo>
                  <a:pt x="1054493" y="1269"/>
                </a:lnTo>
                <a:lnTo>
                  <a:pt x="1050689" y="564"/>
                </a:lnTo>
                <a:lnTo>
                  <a:pt x="1046604" y="141"/>
                </a:lnTo>
                <a:lnTo>
                  <a:pt x="1042237" y="0"/>
                </a:lnTo>
                <a:lnTo>
                  <a:pt x="36064" y="0"/>
                </a:lnTo>
                <a:lnTo>
                  <a:pt x="31697" y="141"/>
                </a:lnTo>
                <a:lnTo>
                  <a:pt x="27611" y="564"/>
                </a:lnTo>
                <a:lnTo>
                  <a:pt x="23808" y="1269"/>
                </a:lnTo>
                <a:lnTo>
                  <a:pt x="20286" y="2255"/>
                </a:lnTo>
                <a:lnTo>
                  <a:pt x="17046" y="3524"/>
                </a:lnTo>
                <a:lnTo>
                  <a:pt x="14087" y="5075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8"/>
                </a:lnTo>
                <a:lnTo>
                  <a:pt x="5071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4" y="27628"/>
                </a:lnTo>
                <a:lnTo>
                  <a:pt x="141" y="31716"/>
                </a:lnTo>
                <a:lnTo>
                  <a:pt x="0" y="36085"/>
                </a:lnTo>
                <a:lnTo>
                  <a:pt x="0" y="220120"/>
                </a:lnTo>
                <a:lnTo>
                  <a:pt x="141" y="224490"/>
                </a:lnTo>
                <a:lnTo>
                  <a:pt x="564" y="228577"/>
                </a:lnTo>
                <a:lnTo>
                  <a:pt x="1268" y="232383"/>
                </a:lnTo>
                <a:lnTo>
                  <a:pt x="2254" y="235907"/>
                </a:lnTo>
                <a:lnTo>
                  <a:pt x="3522" y="239149"/>
                </a:lnTo>
                <a:lnTo>
                  <a:pt x="5071" y="242109"/>
                </a:lnTo>
                <a:lnTo>
                  <a:pt x="6903" y="244787"/>
                </a:lnTo>
                <a:lnTo>
                  <a:pt x="9016" y="247184"/>
                </a:lnTo>
                <a:lnTo>
                  <a:pt x="11411" y="249298"/>
                </a:lnTo>
                <a:lnTo>
                  <a:pt x="14087" y="251131"/>
                </a:lnTo>
                <a:lnTo>
                  <a:pt x="17046" y="252681"/>
                </a:lnTo>
                <a:lnTo>
                  <a:pt x="20286" y="253950"/>
                </a:lnTo>
                <a:lnTo>
                  <a:pt x="23808" y="254936"/>
                </a:lnTo>
                <a:lnTo>
                  <a:pt x="27611" y="255641"/>
                </a:lnTo>
                <a:lnTo>
                  <a:pt x="31697" y="256064"/>
                </a:lnTo>
                <a:lnTo>
                  <a:pt x="36064" y="256205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con_calculator_20"/>
          <p:cNvSpPr/>
          <p:nvPr/>
        </p:nvSpPr>
        <p:spPr>
          <a:xfrm>
            <a:off x="3777056" y="1671791"/>
            <a:ext cx="120211" cy="135320"/>
          </a:xfrm>
          <a:custGeom>
            <a:avLst/>
            <a:gdLst/>
            <a:ahLst/>
            <a:cxnLst/>
            <a:rect l="l" t="t" r="r" b="b"/>
            <a:pathLst>
              <a:path w="120211" h="135320">
                <a:moveTo>
                  <a:pt x="0" y="15036"/>
                </a:moveTo>
                <a:lnTo>
                  <a:pt x="34" y="14006"/>
                </a:lnTo>
                <a:lnTo>
                  <a:pt x="137" y="12996"/>
                </a:lnTo>
                <a:lnTo>
                  <a:pt x="305" y="12006"/>
                </a:lnTo>
                <a:lnTo>
                  <a:pt x="536" y="11039"/>
                </a:lnTo>
                <a:lnTo>
                  <a:pt x="829" y="10097"/>
                </a:lnTo>
                <a:lnTo>
                  <a:pt x="1180" y="9183"/>
                </a:lnTo>
                <a:lnTo>
                  <a:pt x="1589" y="8299"/>
                </a:lnTo>
                <a:lnTo>
                  <a:pt x="2051" y="7447"/>
                </a:lnTo>
                <a:lnTo>
                  <a:pt x="2566" y="6629"/>
                </a:lnTo>
                <a:lnTo>
                  <a:pt x="3131" y="5848"/>
                </a:lnTo>
                <a:lnTo>
                  <a:pt x="3743" y="5106"/>
                </a:lnTo>
                <a:lnTo>
                  <a:pt x="4401" y="4404"/>
                </a:lnTo>
                <a:lnTo>
                  <a:pt x="5102" y="3746"/>
                </a:lnTo>
                <a:lnTo>
                  <a:pt x="5844" y="3133"/>
                </a:lnTo>
                <a:lnTo>
                  <a:pt x="6625" y="2568"/>
                </a:lnTo>
                <a:lnTo>
                  <a:pt x="7442" y="2053"/>
                </a:lnTo>
                <a:lnTo>
                  <a:pt x="8293" y="1590"/>
                </a:lnTo>
                <a:lnTo>
                  <a:pt x="9177" y="1182"/>
                </a:lnTo>
                <a:lnTo>
                  <a:pt x="10090" y="830"/>
                </a:lnTo>
                <a:lnTo>
                  <a:pt x="11031" y="537"/>
                </a:lnTo>
                <a:lnTo>
                  <a:pt x="11998" y="306"/>
                </a:lnTo>
                <a:lnTo>
                  <a:pt x="12987" y="138"/>
                </a:lnTo>
                <a:lnTo>
                  <a:pt x="13997" y="35"/>
                </a:lnTo>
                <a:lnTo>
                  <a:pt x="15026" y="0"/>
                </a:lnTo>
                <a:lnTo>
                  <a:pt x="105185" y="0"/>
                </a:lnTo>
                <a:lnTo>
                  <a:pt x="106214" y="35"/>
                </a:lnTo>
                <a:lnTo>
                  <a:pt x="107224" y="138"/>
                </a:lnTo>
                <a:lnTo>
                  <a:pt x="108213" y="306"/>
                </a:lnTo>
                <a:lnTo>
                  <a:pt x="109180" y="537"/>
                </a:lnTo>
                <a:lnTo>
                  <a:pt x="110121" y="830"/>
                </a:lnTo>
                <a:lnTo>
                  <a:pt x="111034" y="1182"/>
                </a:lnTo>
                <a:lnTo>
                  <a:pt x="111918" y="1590"/>
                </a:lnTo>
                <a:lnTo>
                  <a:pt x="112769" y="2053"/>
                </a:lnTo>
                <a:lnTo>
                  <a:pt x="113586" y="2568"/>
                </a:lnTo>
                <a:lnTo>
                  <a:pt x="114367" y="3133"/>
                </a:lnTo>
                <a:lnTo>
                  <a:pt x="115109" y="3746"/>
                </a:lnTo>
                <a:lnTo>
                  <a:pt x="115810" y="4404"/>
                </a:lnTo>
                <a:lnTo>
                  <a:pt x="116468" y="5106"/>
                </a:lnTo>
                <a:lnTo>
                  <a:pt x="117080" y="5848"/>
                </a:lnTo>
                <a:lnTo>
                  <a:pt x="117645" y="6629"/>
                </a:lnTo>
                <a:lnTo>
                  <a:pt x="118160" y="7447"/>
                </a:lnTo>
                <a:lnTo>
                  <a:pt x="118622" y="8299"/>
                </a:lnTo>
                <a:lnTo>
                  <a:pt x="119031" y="9183"/>
                </a:lnTo>
                <a:lnTo>
                  <a:pt x="119382" y="10097"/>
                </a:lnTo>
                <a:lnTo>
                  <a:pt x="119675" y="11039"/>
                </a:lnTo>
                <a:lnTo>
                  <a:pt x="119906" y="12006"/>
                </a:lnTo>
                <a:lnTo>
                  <a:pt x="120074" y="12996"/>
                </a:lnTo>
                <a:lnTo>
                  <a:pt x="120177" y="14006"/>
                </a:lnTo>
                <a:lnTo>
                  <a:pt x="120211" y="15036"/>
                </a:lnTo>
                <a:lnTo>
                  <a:pt x="120211" y="120284"/>
                </a:lnTo>
                <a:lnTo>
                  <a:pt x="120177" y="121314"/>
                </a:lnTo>
                <a:lnTo>
                  <a:pt x="120074" y="122325"/>
                </a:lnTo>
                <a:lnTo>
                  <a:pt x="119906" y="123315"/>
                </a:lnTo>
                <a:lnTo>
                  <a:pt x="119675" y="124281"/>
                </a:lnTo>
                <a:lnTo>
                  <a:pt x="119382" y="125223"/>
                </a:lnTo>
                <a:lnTo>
                  <a:pt x="119031" y="126137"/>
                </a:lnTo>
                <a:lnTo>
                  <a:pt x="118622" y="127021"/>
                </a:lnTo>
                <a:lnTo>
                  <a:pt x="118160" y="127873"/>
                </a:lnTo>
                <a:lnTo>
                  <a:pt x="117645" y="128691"/>
                </a:lnTo>
                <a:lnTo>
                  <a:pt x="117080" y="129472"/>
                </a:lnTo>
                <a:lnTo>
                  <a:pt x="116468" y="130215"/>
                </a:lnTo>
                <a:lnTo>
                  <a:pt x="115810" y="130916"/>
                </a:lnTo>
                <a:lnTo>
                  <a:pt x="115109" y="131574"/>
                </a:lnTo>
                <a:lnTo>
                  <a:pt x="114367" y="132187"/>
                </a:lnTo>
                <a:lnTo>
                  <a:pt x="113586" y="132752"/>
                </a:lnTo>
                <a:lnTo>
                  <a:pt x="112769" y="133267"/>
                </a:lnTo>
                <a:lnTo>
                  <a:pt x="111918" y="133730"/>
                </a:lnTo>
                <a:lnTo>
                  <a:pt x="111034" y="134138"/>
                </a:lnTo>
                <a:lnTo>
                  <a:pt x="110121" y="134490"/>
                </a:lnTo>
                <a:lnTo>
                  <a:pt x="109180" y="134783"/>
                </a:lnTo>
                <a:lnTo>
                  <a:pt x="108213" y="135014"/>
                </a:lnTo>
                <a:lnTo>
                  <a:pt x="107224" y="135183"/>
                </a:lnTo>
                <a:lnTo>
                  <a:pt x="106214" y="135285"/>
                </a:lnTo>
                <a:lnTo>
                  <a:pt x="105185" y="135320"/>
                </a:lnTo>
                <a:lnTo>
                  <a:pt x="15026" y="135320"/>
                </a:lnTo>
                <a:lnTo>
                  <a:pt x="13997" y="135285"/>
                </a:lnTo>
                <a:lnTo>
                  <a:pt x="12987" y="135183"/>
                </a:lnTo>
                <a:lnTo>
                  <a:pt x="11998" y="135014"/>
                </a:lnTo>
                <a:lnTo>
                  <a:pt x="11031" y="134783"/>
                </a:lnTo>
                <a:lnTo>
                  <a:pt x="10090" y="134490"/>
                </a:lnTo>
                <a:lnTo>
                  <a:pt x="9177" y="134138"/>
                </a:lnTo>
                <a:lnTo>
                  <a:pt x="8293" y="133730"/>
                </a:lnTo>
                <a:lnTo>
                  <a:pt x="7442" y="133267"/>
                </a:lnTo>
                <a:lnTo>
                  <a:pt x="6625" y="132752"/>
                </a:lnTo>
                <a:lnTo>
                  <a:pt x="5844" y="132187"/>
                </a:lnTo>
                <a:lnTo>
                  <a:pt x="5102" y="131574"/>
                </a:lnTo>
                <a:lnTo>
                  <a:pt x="4401" y="130916"/>
                </a:lnTo>
                <a:lnTo>
                  <a:pt x="3743" y="130215"/>
                </a:lnTo>
                <a:lnTo>
                  <a:pt x="3131" y="129472"/>
                </a:lnTo>
                <a:lnTo>
                  <a:pt x="2566" y="128691"/>
                </a:lnTo>
                <a:lnTo>
                  <a:pt x="2051" y="127873"/>
                </a:lnTo>
                <a:lnTo>
                  <a:pt x="1589" y="127021"/>
                </a:lnTo>
                <a:lnTo>
                  <a:pt x="1180" y="126137"/>
                </a:lnTo>
                <a:lnTo>
                  <a:pt x="829" y="125223"/>
                </a:lnTo>
                <a:lnTo>
                  <a:pt x="536" y="124281"/>
                </a:lnTo>
                <a:lnTo>
                  <a:pt x="305" y="123315"/>
                </a:lnTo>
                <a:lnTo>
                  <a:pt x="137" y="122325"/>
                </a:lnTo>
                <a:lnTo>
                  <a:pt x="34" y="121314"/>
                </a:lnTo>
                <a:lnTo>
                  <a:pt x="0" y="120284"/>
                </a:lnTo>
                <a:lnTo>
                  <a:pt x="0" y="15036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con_calculator_21"/>
          <p:cNvSpPr/>
          <p:nvPr/>
        </p:nvSpPr>
        <p:spPr>
          <a:xfrm>
            <a:off x="3807109" y="1701862"/>
            <a:ext cx="60105" cy="22554"/>
          </a:xfrm>
          <a:custGeom>
            <a:avLst/>
            <a:gdLst/>
            <a:ahLst/>
            <a:cxnLst/>
            <a:rect l="l" t="t" r="r" b="b"/>
            <a:pathLst>
              <a:path w="60105" h="22554">
                <a:moveTo>
                  <a:pt x="0" y="7518"/>
                </a:moveTo>
                <a:lnTo>
                  <a:pt x="17" y="7003"/>
                </a:lnTo>
                <a:lnTo>
                  <a:pt x="68" y="6498"/>
                </a:lnTo>
                <a:lnTo>
                  <a:pt x="152" y="6003"/>
                </a:lnTo>
                <a:lnTo>
                  <a:pt x="268" y="5520"/>
                </a:lnTo>
                <a:lnTo>
                  <a:pt x="414" y="5049"/>
                </a:lnTo>
                <a:lnTo>
                  <a:pt x="590" y="4592"/>
                </a:lnTo>
                <a:lnTo>
                  <a:pt x="794" y="4150"/>
                </a:lnTo>
                <a:lnTo>
                  <a:pt x="1025" y="3724"/>
                </a:lnTo>
                <a:lnTo>
                  <a:pt x="1283" y="3315"/>
                </a:lnTo>
                <a:lnTo>
                  <a:pt x="1565" y="2924"/>
                </a:lnTo>
                <a:lnTo>
                  <a:pt x="1871" y="2553"/>
                </a:lnTo>
                <a:lnTo>
                  <a:pt x="2200" y="2202"/>
                </a:lnTo>
                <a:lnTo>
                  <a:pt x="2551" y="1873"/>
                </a:lnTo>
                <a:lnTo>
                  <a:pt x="2922" y="1567"/>
                </a:lnTo>
                <a:lnTo>
                  <a:pt x="3312" y="1284"/>
                </a:lnTo>
                <a:lnTo>
                  <a:pt x="3721" y="1027"/>
                </a:lnTo>
                <a:lnTo>
                  <a:pt x="4146" y="795"/>
                </a:lnTo>
                <a:lnTo>
                  <a:pt x="4588" y="591"/>
                </a:lnTo>
                <a:lnTo>
                  <a:pt x="5045" y="415"/>
                </a:lnTo>
                <a:lnTo>
                  <a:pt x="5515" y="269"/>
                </a:lnTo>
                <a:lnTo>
                  <a:pt x="5999" y="153"/>
                </a:lnTo>
                <a:lnTo>
                  <a:pt x="6493" y="69"/>
                </a:lnTo>
                <a:lnTo>
                  <a:pt x="6998" y="18"/>
                </a:lnTo>
                <a:lnTo>
                  <a:pt x="7513" y="0"/>
                </a:lnTo>
                <a:lnTo>
                  <a:pt x="52592" y="0"/>
                </a:lnTo>
                <a:lnTo>
                  <a:pt x="53107" y="18"/>
                </a:lnTo>
                <a:lnTo>
                  <a:pt x="53612" y="69"/>
                </a:lnTo>
                <a:lnTo>
                  <a:pt x="54106" y="153"/>
                </a:lnTo>
                <a:lnTo>
                  <a:pt x="54590" y="269"/>
                </a:lnTo>
                <a:lnTo>
                  <a:pt x="55060" y="415"/>
                </a:lnTo>
                <a:lnTo>
                  <a:pt x="55517" y="591"/>
                </a:lnTo>
                <a:lnTo>
                  <a:pt x="55959" y="795"/>
                </a:lnTo>
                <a:lnTo>
                  <a:pt x="56384" y="1027"/>
                </a:lnTo>
                <a:lnTo>
                  <a:pt x="56793" y="1284"/>
                </a:lnTo>
                <a:lnTo>
                  <a:pt x="57183" y="1567"/>
                </a:lnTo>
                <a:lnTo>
                  <a:pt x="57554" y="1873"/>
                </a:lnTo>
                <a:lnTo>
                  <a:pt x="57905" y="2202"/>
                </a:lnTo>
                <a:lnTo>
                  <a:pt x="58234" y="2553"/>
                </a:lnTo>
                <a:lnTo>
                  <a:pt x="58540" y="2924"/>
                </a:lnTo>
                <a:lnTo>
                  <a:pt x="58822" y="3315"/>
                </a:lnTo>
                <a:lnTo>
                  <a:pt x="59080" y="3724"/>
                </a:lnTo>
                <a:lnTo>
                  <a:pt x="59311" y="4150"/>
                </a:lnTo>
                <a:lnTo>
                  <a:pt x="59515" y="4592"/>
                </a:lnTo>
                <a:lnTo>
                  <a:pt x="59691" y="5049"/>
                </a:lnTo>
                <a:lnTo>
                  <a:pt x="59837" y="5520"/>
                </a:lnTo>
                <a:lnTo>
                  <a:pt x="59953" y="6003"/>
                </a:lnTo>
                <a:lnTo>
                  <a:pt x="60037" y="6498"/>
                </a:lnTo>
                <a:lnTo>
                  <a:pt x="60088" y="7003"/>
                </a:lnTo>
                <a:lnTo>
                  <a:pt x="60105" y="7518"/>
                </a:lnTo>
                <a:lnTo>
                  <a:pt x="60105" y="15036"/>
                </a:lnTo>
                <a:lnTo>
                  <a:pt x="60088" y="15551"/>
                </a:lnTo>
                <a:lnTo>
                  <a:pt x="60037" y="16056"/>
                </a:lnTo>
                <a:lnTo>
                  <a:pt x="59953" y="16551"/>
                </a:lnTo>
                <a:lnTo>
                  <a:pt x="59837" y="17034"/>
                </a:lnTo>
                <a:lnTo>
                  <a:pt x="59691" y="17505"/>
                </a:lnTo>
                <a:lnTo>
                  <a:pt x="59515" y="17962"/>
                </a:lnTo>
                <a:lnTo>
                  <a:pt x="59311" y="18404"/>
                </a:lnTo>
                <a:lnTo>
                  <a:pt x="59080" y="18830"/>
                </a:lnTo>
                <a:lnTo>
                  <a:pt x="58822" y="19239"/>
                </a:lnTo>
                <a:lnTo>
                  <a:pt x="58540" y="19630"/>
                </a:lnTo>
                <a:lnTo>
                  <a:pt x="58234" y="20001"/>
                </a:lnTo>
                <a:lnTo>
                  <a:pt x="57905" y="20352"/>
                </a:lnTo>
                <a:lnTo>
                  <a:pt x="57554" y="20681"/>
                </a:lnTo>
                <a:lnTo>
                  <a:pt x="57183" y="20987"/>
                </a:lnTo>
                <a:lnTo>
                  <a:pt x="56793" y="21270"/>
                </a:lnTo>
                <a:lnTo>
                  <a:pt x="56384" y="21527"/>
                </a:lnTo>
                <a:lnTo>
                  <a:pt x="55959" y="21759"/>
                </a:lnTo>
                <a:lnTo>
                  <a:pt x="55517" y="21963"/>
                </a:lnTo>
                <a:lnTo>
                  <a:pt x="55060" y="22139"/>
                </a:lnTo>
                <a:lnTo>
                  <a:pt x="54590" y="22285"/>
                </a:lnTo>
                <a:lnTo>
                  <a:pt x="54106" y="22401"/>
                </a:lnTo>
                <a:lnTo>
                  <a:pt x="53612" y="22485"/>
                </a:lnTo>
                <a:lnTo>
                  <a:pt x="53107" y="22536"/>
                </a:lnTo>
                <a:lnTo>
                  <a:pt x="52592" y="22554"/>
                </a:lnTo>
                <a:lnTo>
                  <a:pt x="7513" y="22554"/>
                </a:lnTo>
                <a:lnTo>
                  <a:pt x="6998" y="22536"/>
                </a:lnTo>
                <a:lnTo>
                  <a:pt x="6493" y="22485"/>
                </a:lnTo>
                <a:lnTo>
                  <a:pt x="5999" y="22401"/>
                </a:lnTo>
                <a:lnTo>
                  <a:pt x="5515" y="22285"/>
                </a:lnTo>
                <a:lnTo>
                  <a:pt x="5045" y="22139"/>
                </a:lnTo>
                <a:lnTo>
                  <a:pt x="4588" y="21963"/>
                </a:lnTo>
                <a:lnTo>
                  <a:pt x="4146" y="21759"/>
                </a:lnTo>
                <a:lnTo>
                  <a:pt x="3721" y="21527"/>
                </a:lnTo>
                <a:lnTo>
                  <a:pt x="3312" y="21270"/>
                </a:lnTo>
                <a:lnTo>
                  <a:pt x="2922" y="20987"/>
                </a:lnTo>
                <a:lnTo>
                  <a:pt x="2551" y="20681"/>
                </a:lnTo>
                <a:lnTo>
                  <a:pt x="2200" y="20352"/>
                </a:lnTo>
                <a:lnTo>
                  <a:pt x="1871" y="20001"/>
                </a:lnTo>
                <a:lnTo>
                  <a:pt x="1565" y="19630"/>
                </a:lnTo>
                <a:lnTo>
                  <a:pt x="1283" y="19239"/>
                </a:lnTo>
                <a:lnTo>
                  <a:pt x="1025" y="18830"/>
                </a:lnTo>
                <a:lnTo>
                  <a:pt x="794" y="18404"/>
                </a:lnTo>
                <a:lnTo>
                  <a:pt x="590" y="17962"/>
                </a:lnTo>
                <a:lnTo>
                  <a:pt x="414" y="17505"/>
                </a:lnTo>
                <a:lnTo>
                  <a:pt x="268" y="17034"/>
                </a:lnTo>
                <a:lnTo>
                  <a:pt x="152" y="16551"/>
                </a:lnTo>
                <a:lnTo>
                  <a:pt x="68" y="16056"/>
                </a:lnTo>
                <a:lnTo>
                  <a:pt x="17" y="15551"/>
                </a:lnTo>
                <a:lnTo>
                  <a:pt x="0" y="15036"/>
                </a:lnTo>
                <a:lnTo>
                  <a:pt x="0" y="7518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ector_22"/>
          <p:cNvSpPr/>
          <p:nvPr/>
        </p:nvSpPr>
        <p:spPr>
          <a:xfrm>
            <a:off x="3803863" y="1751239"/>
            <a:ext cx="6491" cy="6495"/>
          </a:xfrm>
          <a:custGeom>
            <a:avLst/>
            <a:gdLst/>
            <a:ahLst/>
            <a:cxnLst/>
            <a:rect l="l" t="t" r="r" b="b"/>
            <a:pathLst>
              <a:path w="6491" h="6495">
                <a:moveTo>
                  <a:pt x="3246" y="6495"/>
                </a:moveTo>
                <a:lnTo>
                  <a:pt x="3353" y="6494"/>
                </a:lnTo>
                <a:lnTo>
                  <a:pt x="3460" y="6488"/>
                </a:lnTo>
                <a:lnTo>
                  <a:pt x="3566" y="6479"/>
                </a:lnTo>
                <a:lnTo>
                  <a:pt x="3672" y="6467"/>
                </a:lnTo>
                <a:lnTo>
                  <a:pt x="3777" y="6451"/>
                </a:lnTo>
                <a:lnTo>
                  <a:pt x="3882" y="6432"/>
                </a:lnTo>
                <a:lnTo>
                  <a:pt x="3985" y="6410"/>
                </a:lnTo>
                <a:lnTo>
                  <a:pt x="4088" y="6384"/>
                </a:lnTo>
                <a:lnTo>
                  <a:pt x="4189" y="6355"/>
                </a:lnTo>
                <a:lnTo>
                  <a:pt x="4290" y="6323"/>
                </a:lnTo>
                <a:lnTo>
                  <a:pt x="4389" y="6287"/>
                </a:lnTo>
                <a:lnTo>
                  <a:pt x="4488" y="6248"/>
                </a:lnTo>
                <a:lnTo>
                  <a:pt x="4584" y="6206"/>
                </a:lnTo>
                <a:lnTo>
                  <a:pt x="4680" y="6161"/>
                </a:lnTo>
                <a:lnTo>
                  <a:pt x="4774" y="6113"/>
                </a:lnTo>
                <a:lnTo>
                  <a:pt x="4866" y="6061"/>
                </a:lnTo>
                <a:lnTo>
                  <a:pt x="4957" y="6007"/>
                </a:lnTo>
                <a:lnTo>
                  <a:pt x="5046" y="5950"/>
                </a:lnTo>
                <a:lnTo>
                  <a:pt x="5134" y="5889"/>
                </a:lnTo>
                <a:lnTo>
                  <a:pt x="5219" y="5826"/>
                </a:lnTo>
                <a:lnTo>
                  <a:pt x="5303" y="5760"/>
                </a:lnTo>
                <a:lnTo>
                  <a:pt x="5384" y="5691"/>
                </a:lnTo>
                <a:lnTo>
                  <a:pt x="5463" y="5619"/>
                </a:lnTo>
                <a:lnTo>
                  <a:pt x="5541" y="5544"/>
                </a:lnTo>
                <a:lnTo>
                  <a:pt x="5615" y="5467"/>
                </a:lnTo>
                <a:lnTo>
                  <a:pt x="5687" y="5387"/>
                </a:lnTo>
                <a:lnTo>
                  <a:pt x="5756" y="5306"/>
                </a:lnTo>
                <a:lnTo>
                  <a:pt x="5822" y="5222"/>
                </a:lnTo>
                <a:lnTo>
                  <a:pt x="5886" y="5137"/>
                </a:lnTo>
                <a:lnTo>
                  <a:pt x="5946" y="5049"/>
                </a:lnTo>
                <a:lnTo>
                  <a:pt x="6003" y="4960"/>
                </a:lnTo>
                <a:lnTo>
                  <a:pt x="6058" y="4869"/>
                </a:lnTo>
                <a:lnTo>
                  <a:pt x="6109" y="4777"/>
                </a:lnTo>
                <a:lnTo>
                  <a:pt x="6157" y="4683"/>
                </a:lnTo>
                <a:lnTo>
                  <a:pt x="6202" y="4587"/>
                </a:lnTo>
                <a:lnTo>
                  <a:pt x="6244" y="4490"/>
                </a:lnTo>
                <a:lnTo>
                  <a:pt x="6283" y="4392"/>
                </a:lnTo>
                <a:lnTo>
                  <a:pt x="6319" y="4293"/>
                </a:lnTo>
                <a:lnTo>
                  <a:pt x="6351" y="4192"/>
                </a:lnTo>
                <a:lnTo>
                  <a:pt x="6380" y="4090"/>
                </a:lnTo>
                <a:lnTo>
                  <a:pt x="6406" y="3988"/>
                </a:lnTo>
                <a:lnTo>
                  <a:pt x="6428" y="3884"/>
                </a:lnTo>
                <a:lnTo>
                  <a:pt x="6447" y="3780"/>
                </a:lnTo>
                <a:lnTo>
                  <a:pt x="6463" y="3674"/>
                </a:lnTo>
                <a:lnTo>
                  <a:pt x="6475" y="3569"/>
                </a:lnTo>
                <a:lnTo>
                  <a:pt x="6484" y="3462"/>
                </a:lnTo>
                <a:lnTo>
                  <a:pt x="6489" y="3355"/>
                </a:lnTo>
                <a:lnTo>
                  <a:pt x="6491" y="3248"/>
                </a:lnTo>
                <a:lnTo>
                  <a:pt x="6489" y="3140"/>
                </a:lnTo>
                <a:lnTo>
                  <a:pt x="6484" y="3033"/>
                </a:lnTo>
                <a:lnTo>
                  <a:pt x="6475" y="2927"/>
                </a:lnTo>
                <a:lnTo>
                  <a:pt x="6463" y="2821"/>
                </a:lnTo>
                <a:lnTo>
                  <a:pt x="6447" y="2716"/>
                </a:lnTo>
                <a:lnTo>
                  <a:pt x="6428" y="2611"/>
                </a:lnTo>
                <a:lnTo>
                  <a:pt x="6406" y="2507"/>
                </a:lnTo>
                <a:lnTo>
                  <a:pt x="6380" y="2405"/>
                </a:lnTo>
                <a:lnTo>
                  <a:pt x="6351" y="2303"/>
                </a:lnTo>
                <a:lnTo>
                  <a:pt x="6319" y="2202"/>
                </a:lnTo>
                <a:lnTo>
                  <a:pt x="6283" y="2103"/>
                </a:lnTo>
                <a:lnTo>
                  <a:pt x="6244" y="2005"/>
                </a:lnTo>
                <a:lnTo>
                  <a:pt x="6202" y="1908"/>
                </a:lnTo>
                <a:lnTo>
                  <a:pt x="6157" y="1812"/>
                </a:lnTo>
                <a:lnTo>
                  <a:pt x="6109" y="1718"/>
                </a:lnTo>
                <a:lnTo>
                  <a:pt x="6058" y="1626"/>
                </a:lnTo>
                <a:lnTo>
                  <a:pt x="6003" y="1535"/>
                </a:lnTo>
                <a:lnTo>
                  <a:pt x="5946" y="1446"/>
                </a:lnTo>
                <a:lnTo>
                  <a:pt x="5886" y="1358"/>
                </a:lnTo>
                <a:lnTo>
                  <a:pt x="5822" y="1273"/>
                </a:lnTo>
                <a:lnTo>
                  <a:pt x="5756" y="1189"/>
                </a:lnTo>
                <a:lnTo>
                  <a:pt x="5687" y="1108"/>
                </a:lnTo>
                <a:lnTo>
                  <a:pt x="5615" y="1028"/>
                </a:lnTo>
                <a:lnTo>
                  <a:pt x="5541" y="951"/>
                </a:lnTo>
                <a:lnTo>
                  <a:pt x="5463" y="876"/>
                </a:lnTo>
                <a:lnTo>
                  <a:pt x="5384" y="805"/>
                </a:lnTo>
                <a:lnTo>
                  <a:pt x="5303" y="735"/>
                </a:lnTo>
                <a:lnTo>
                  <a:pt x="5219" y="669"/>
                </a:lnTo>
                <a:lnTo>
                  <a:pt x="5134" y="606"/>
                </a:lnTo>
                <a:lnTo>
                  <a:pt x="5046" y="546"/>
                </a:lnTo>
                <a:lnTo>
                  <a:pt x="4957" y="488"/>
                </a:lnTo>
                <a:lnTo>
                  <a:pt x="4866" y="434"/>
                </a:lnTo>
                <a:lnTo>
                  <a:pt x="4774" y="383"/>
                </a:lnTo>
                <a:lnTo>
                  <a:pt x="4680" y="334"/>
                </a:lnTo>
                <a:lnTo>
                  <a:pt x="4584" y="289"/>
                </a:lnTo>
                <a:lnTo>
                  <a:pt x="4488" y="247"/>
                </a:lnTo>
                <a:lnTo>
                  <a:pt x="4389" y="208"/>
                </a:lnTo>
                <a:lnTo>
                  <a:pt x="4290" y="173"/>
                </a:lnTo>
                <a:lnTo>
                  <a:pt x="4189" y="140"/>
                </a:lnTo>
                <a:lnTo>
                  <a:pt x="4088" y="111"/>
                </a:lnTo>
                <a:lnTo>
                  <a:pt x="3985" y="85"/>
                </a:lnTo>
                <a:lnTo>
                  <a:pt x="3882" y="63"/>
                </a:lnTo>
                <a:lnTo>
                  <a:pt x="3777" y="44"/>
                </a:lnTo>
                <a:lnTo>
                  <a:pt x="3672" y="28"/>
                </a:lnTo>
                <a:lnTo>
                  <a:pt x="3566" y="16"/>
                </a:lnTo>
                <a:lnTo>
                  <a:pt x="3460" y="7"/>
                </a:lnTo>
                <a:lnTo>
                  <a:pt x="3353" y="2"/>
                </a:lnTo>
                <a:lnTo>
                  <a:pt x="3246" y="0"/>
                </a:lnTo>
                <a:lnTo>
                  <a:pt x="3138" y="2"/>
                </a:lnTo>
                <a:lnTo>
                  <a:pt x="3031" y="7"/>
                </a:lnTo>
                <a:lnTo>
                  <a:pt x="2925" y="16"/>
                </a:lnTo>
                <a:lnTo>
                  <a:pt x="2819" y="28"/>
                </a:lnTo>
                <a:lnTo>
                  <a:pt x="2714" y="44"/>
                </a:lnTo>
                <a:lnTo>
                  <a:pt x="2609" y="63"/>
                </a:lnTo>
                <a:lnTo>
                  <a:pt x="2506" y="85"/>
                </a:lnTo>
                <a:lnTo>
                  <a:pt x="2403" y="111"/>
                </a:lnTo>
                <a:lnTo>
                  <a:pt x="2302" y="140"/>
                </a:lnTo>
                <a:lnTo>
                  <a:pt x="2201" y="173"/>
                </a:lnTo>
                <a:lnTo>
                  <a:pt x="2102" y="208"/>
                </a:lnTo>
                <a:lnTo>
                  <a:pt x="2003" y="247"/>
                </a:lnTo>
                <a:lnTo>
                  <a:pt x="1907" y="289"/>
                </a:lnTo>
                <a:lnTo>
                  <a:pt x="1811" y="334"/>
                </a:lnTo>
                <a:lnTo>
                  <a:pt x="1717" y="383"/>
                </a:lnTo>
                <a:lnTo>
                  <a:pt x="1625" y="434"/>
                </a:lnTo>
                <a:lnTo>
                  <a:pt x="1534" y="488"/>
                </a:lnTo>
                <a:lnTo>
                  <a:pt x="1445" y="546"/>
                </a:lnTo>
                <a:lnTo>
                  <a:pt x="1357" y="606"/>
                </a:lnTo>
                <a:lnTo>
                  <a:pt x="1272" y="669"/>
                </a:lnTo>
                <a:lnTo>
                  <a:pt x="1189" y="735"/>
                </a:lnTo>
                <a:lnTo>
                  <a:pt x="1107" y="805"/>
                </a:lnTo>
                <a:lnTo>
                  <a:pt x="1028" y="876"/>
                </a:lnTo>
                <a:lnTo>
                  <a:pt x="950" y="951"/>
                </a:lnTo>
                <a:lnTo>
                  <a:pt x="876" y="1028"/>
                </a:lnTo>
                <a:lnTo>
                  <a:pt x="804" y="1108"/>
                </a:lnTo>
                <a:lnTo>
                  <a:pt x="735" y="1189"/>
                </a:lnTo>
                <a:lnTo>
                  <a:pt x="669" y="1273"/>
                </a:lnTo>
                <a:lnTo>
                  <a:pt x="605" y="1358"/>
                </a:lnTo>
                <a:lnTo>
                  <a:pt x="545" y="1446"/>
                </a:lnTo>
                <a:lnTo>
                  <a:pt x="488" y="1535"/>
                </a:lnTo>
                <a:lnTo>
                  <a:pt x="433" y="1626"/>
                </a:lnTo>
                <a:lnTo>
                  <a:pt x="382" y="1718"/>
                </a:lnTo>
                <a:lnTo>
                  <a:pt x="334" y="1812"/>
                </a:lnTo>
                <a:lnTo>
                  <a:pt x="289" y="1908"/>
                </a:lnTo>
                <a:lnTo>
                  <a:pt x="247" y="2005"/>
                </a:lnTo>
                <a:lnTo>
                  <a:pt x="208" y="2103"/>
                </a:lnTo>
                <a:lnTo>
                  <a:pt x="172" y="2202"/>
                </a:lnTo>
                <a:lnTo>
                  <a:pt x="140" y="2303"/>
                </a:lnTo>
                <a:lnTo>
                  <a:pt x="111" y="2405"/>
                </a:lnTo>
                <a:lnTo>
                  <a:pt x="85" y="2507"/>
                </a:lnTo>
                <a:lnTo>
                  <a:pt x="63" y="2611"/>
                </a:lnTo>
                <a:lnTo>
                  <a:pt x="44" y="2716"/>
                </a:lnTo>
                <a:lnTo>
                  <a:pt x="28" y="2821"/>
                </a:lnTo>
                <a:lnTo>
                  <a:pt x="16" y="2927"/>
                </a:lnTo>
                <a:lnTo>
                  <a:pt x="7" y="3033"/>
                </a:lnTo>
                <a:lnTo>
                  <a:pt x="2" y="3140"/>
                </a:lnTo>
                <a:lnTo>
                  <a:pt x="0" y="3248"/>
                </a:lnTo>
                <a:lnTo>
                  <a:pt x="2" y="3355"/>
                </a:lnTo>
                <a:lnTo>
                  <a:pt x="7" y="3462"/>
                </a:lnTo>
                <a:lnTo>
                  <a:pt x="16" y="3569"/>
                </a:lnTo>
                <a:lnTo>
                  <a:pt x="28" y="3674"/>
                </a:lnTo>
                <a:lnTo>
                  <a:pt x="44" y="3780"/>
                </a:lnTo>
                <a:lnTo>
                  <a:pt x="63" y="3884"/>
                </a:lnTo>
                <a:lnTo>
                  <a:pt x="85" y="3988"/>
                </a:lnTo>
                <a:lnTo>
                  <a:pt x="111" y="4090"/>
                </a:lnTo>
                <a:lnTo>
                  <a:pt x="140" y="4192"/>
                </a:lnTo>
                <a:lnTo>
                  <a:pt x="172" y="4293"/>
                </a:lnTo>
                <a:lnTo>
                  <a:pt x="208" y="4392"/>
                </a:lnTo>
                <a:lnTo>
                  <a:pt x="247" y="4490"/>
                </a:lnTo>
                <a:lnTo>
                  <a:pt x="289" y="4587"/>
                </a:lnTo>
                <a:lnTo>
                  <a:pt x="334" y="4683"/>
                </a:lnTo>
                <a:lnTo>
                  <a:pt x="382" y="4777"/>
                </a:lnTo>
                <a:lnTo>
                  <a:pt x="433" y="4869"/>
                </a:lnTo>
                <a:lnTo>
                  <a:pt x="488" y="4960"/>
                </a:lnTo>
                <a:lnTo>
                  <a:pt x="545" y="5049"/>
                </a:lnTo>
                <a:lnTo>
                  <a:pt x="605" y="5137"/>
                </a:lnTo>
                <a:lnTo>
                  <a:pt x="669" y="5222"/>
                </a:lnTo>
                <a:lnTo>
                  <a:pt x="735" y="5306"/>
                </a:lnTo>
                <a:lnTo>
                  <a:pt x="804" y="5387"/>
                </a:lnTo>
                <a:lnTo>
                  <a:pt x="876" y="5467"/>
                </a:lnTo>
                <a:lnTo>
                  <a:pt x="950" y="5544"/>
                </a:lnTo>
                <a:lnTo>
                  <a:pt x="1028" y="5619"/>
                </a:lnTo>
                <a:lnTo>
                  <a:pt x="1107" y="5691"/>
                </a:lnTo>
                <a:lnTo>
                  <a:pt x="1189" y="5760"/>
                </a:lnTo>
                <a:lnTo>
                  <a:pt x="1272" y="5826"/>
                </a:lnTo>
                <a:lnTo>
                  <a:pt x="1357" y="5889"/>
                </a:lnTo>
                <a:lnTo>
                  <a:pt x="1445" y="5950"/>
                </a:lnTo>
                <a:lnTo>
                  <a:pt x="1534" y="6007"/>
                </a:lnTo>
                <a:lnTo>
                  <a:pt x="1625" y="6061"/>
                </a:lnTo>
                <a:lnTo>
                  <a:pt x="1717" y="6113"/>
                </a:lnTo>
                <a:lnTo>
                  <a:pt x="1811" y="6161"/>
                </a:lnTo>
                <a:lnTo>
                  <a:pt x="1907" y="6206"/>
                </a:lnTo>
                <a:lnTo>
                  <a:pt x="2003" y="6248"/>
                </a:lnTo>
                <a:lnTo>
                  <a:pt x="2102" y="6287"/>
                </a:lnTo>
                <a:lnTo>
                  <a:pt x="2201" y="6323"/>
                </a:lnTo>
                <a:lnTo>
                  <a:pt x="2302" y="6355"/>
                </a:lnTo>
                <a:lnTo>
                  <a:pt x="2403" y="6384"/>
                </a:lnTo>
                <a:lnTo>
                  <a:pt x="2506" y="6410"/>
                </a:lnTo>
                <a:lnTo>
                  <a:pt x="2609" y="6432"/>
                </a:lnTo>
                <a:lnTo>
                  <a:pt x="2714" y="6451"/>
                </a:lnTo>
                <a:lnTo>
                  <a:pt x="2819" y="6467"/>
                </a:lnTo>
                <a:lnTo>
                  <a:pt x="2925" y="6479"/>
                </a:lnTo>
                <a:lnTo>
                  <a:pt x="3031" y="6488"/>
                </a:lnTo>
                <a:lnTo>
                  <a:pt x="3138" y="6494"/>
                </a:lnTo>
                <a:lnTo>
                  <a:pt x="3246" y="6495"/>
                </a:lnTo>
                <a:close/>
              </a:path>
            </a:pathLst>
          </a:custGeom>
          <a:solidFill>
            <a:srgbClr val="315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ector_23"/>
          <p:cNvSpPr/>
          <p:nvPr/>
        </p:nvSpPr>
        <p:spPr>
          <a:xfrm>
            <a:off x="3833916" y="1751239"/>
            <a:ext cx="6491" cy="6495"/>
          </a:xfrm>
          <a:custGeom>
            <a:avLst/>
            <a:gdLst/>
            <a:ahLst/>
            <a:cxnLst/>
            <a:rect l="l" t="t" r="r" b="b"/>
            <a:pathLst>
              <a:path w="6491" h="6495">
                <a:moveTo>
                  <a:pt x="3245" y="6495"/>
                </a:moveTo>
                <a:lnTo>
                  <a:pt x="3353" y="6494"/>
                </a:lnTo>
                <a:lnTo>
                  <a:pt x="3460" y="6488"/>
                </a:lnTo>
                <a:lnTo>
                  <a:pt x="3566" y="6479"/>
                </a:lnTo>
                <a:lnTo>
                  <a:pt x="3672" y="6467"/>
                </a:lnTo>
                <a:lnTo>
                  <a:pt x="3777" y="6451"/>
                </a:lnTo>
                <a:lnTo>
                  <a:pt x="3882" y="6432"/>
                </a:lnTo>
                <a:lnTo>
                  <a:pt x="3985" y="6410"/>
                </a:lnTo>
                <a:lnTo>
                  <a:pt x="4088" y="6384"/>
                </a:lnTo>
                <a:lnTo>
                  <a:pt x="4189" y="6355"/>
                </a:lnTo>
                <a:lnTo>
                  <a:pt x="4290" y="6323"/>
                </a:lnTo>
                <a:lnTo>
                  <a:pt x="4389" y="6287"/>
                </a:lnTo>
                <a:lnTo>
                  <a:pt x="4488" y="6248"/>
                </a:lnTo>
                <a:lnTo>
                  <a:pt x="4584" y="6206"/>
                </a:lnTo>
                <a:lnTo>
                  <a:pt x="4680" y="6161"/>
                </a:lnTo>
                <a:lnTo>
                  <a:pt x="4774" y="6113"/>
                </a:lnTo>
                <a:lnTo>
                  <a:pt x="4866" y="6061"/>
                </a:lnTo>
                <a:lnTo>
                  <a:pt x="4957" y="6007"/>
                </a:lnTo>
                <a:lnTo>
                  <a:pt x="5046" y="5950"/>
                </a:lnTo>
                <a:lnTo>
                  <a:pt x="5134" y="5889"/>
                </a:lnTo>
                <a:lnTo>
                  <a:pt x="5219" y="5826"/>
                </a:lnTo>
                <a:lnTo>
                  <a:pt x="5302" y="5760"/>
                </a:lnTo>
                <a:lnTo>
                  <a:pt x="5384" y="5691"/>
                </a:lnTo>
                <a:lnTo>
                  <a:pt x="5463" y="5619"/>
                </a:lnTo>
                <a:lnTo>
                  <a:pt x="5541" y="5544"/>
                </a:lnTo>
                <a:lnTo>
                  <a:pt x="5615" y="5467"/>
                </a:lnTo>
                <a:lnTo>
                  <a:pt x="5687" y="5387"/>
                </a:lnTo>
                <a:lnTo>
                  <a:pt x="5756" y="5306"/>
                </a:lnTo>
                <a:lnTo>
                  <a:pt x="5822" y="5222"/>
                </a:lnTo>
                <a:lnTo>
                  <a:pt x="5886" y="5137"/>
                </a:lnTo>
                <a:lnTo>
                  <a:pt x="5946" y="5049"/>
                </a:lnTo>
                <a:lnTo>
                  <a:pt x="6003" y="4960"/>
                </a:lnTo>
                <a:lnTo>
                  <a:pt x="6058" y="4869"/>
                </a:lnTo>
                <a:lnTo>
                  <a:pt x="6109" y="4777"/>
                </a:lnTo>
                <a:lnTo>
                  <a:pt x="6157" y="4683"/>
                </a:lnTo>
                <a:lnTo>
                  <a:pt x="6202" y="4587"/>
                </a:lnTo>
                <a:lnTo>
                  <a:pt x="6244" y="4490"/>
                </a:lnTo>
                <a:lnTo>
                  <a:pt x="6283" y="4392"/>
                </a:lnTo>
                <a:lnTo>
                  <a:pt x="6319" y="4293"/>
                </a:lnTo>
                <a:lnTo>
                  <a:pt x="6351" y="4192"/>
                </a:lnTo>
                <a:lnTo>
                  <a:pt x="6380" y="4090"/>
                </a:lnTo>
                <a:lnTo>
                  <a:pt x="6406" y="3988"/>
                </a:lnTo>
                <a:lnTo>
                  <a:pt x="6428" y="3884"/>
                </a:lnTo>
                <a:lnTo>
                  <a:pt x="6447" y="3780"/>
                </a:lnTo>
                <a:lnTo>
                  <a:pt x="6463" y="3674"/>
                </a:lnTo>
                <a:lnTo>
                  <a:pt x="6475" y="3569"/>
                </a:lnTo>
                <a:lnTo>
                  <a:pt x="6484" y="3462"/>
                </a:lnTo>
                <a:lnTo>
                  <a:pt x="6489" y="3355"/>
                </a:lnTo>
                <a:lnTo>
                  <a:pt x="6491" y="3248"/>
                </a:lnTo>
                <a:lnTo>
                  <a:pt x="6489" y="3140"/>
                </a:lnTo>
                <a:lnTo>
                  <a:pt x="6484" y="3033"/>
                </a:lnTo>
                <a:lnTo>
                  <a:pt x="6475" y="2927"/>
                </a:lnTo>
                <a:lnTo>
                  <a:pt x="6463" y="2821"/>
                </a:lnTo>
                <a:lnTo>
                  <a:pt x="6447" y="2716"/>
                </a:lnTo>
                <a:lnTo>
                  <a:pt x="6428" y="2611"/>
                </a:lnTo>
                <a:lnTo>
                  <a:pt x="6406" y="2507"/>
                </a:lnTo>
                <a:lnTo>
                  <a:pt x="6380" y="2405"/>
                </a:lnTo>
                <a:lnTo>
                  <a:pt x="6351" y="2303"/>
                </a:lnTo>
                <a:lnTo>
                  <a:pt x="6319" y="2202"/>
                </a:lnTo>
                <a:lnTo>
                  <a:pt x="6283" y="2103"/>
                </a:lnTo>
                <a:lnTo>
                  <a:pt x="6244" y="2005"/>
                </a:lnTo>
                <a:lnTo>
                  <a:pt x="6202" y="1908"/>
                </a:lnTo>
                <a:lnTo>
                  <a:pt x="6157" y="1812"/>
                </a:lnTo>
                <a:lnTo>
                  <a:pt x="6109" y="1718"/>
                </a:lnTo>
                <a:lnTo>
                  <a:pt x="6058" y="1626"/>
                </a:lnTo>
                <a:lnTo>
                  <a:pt x="6003" y="1535"/>
                </a:lnTo>
                <a:lnTo>
                  <a:pt x="5946" y="1446"/>
                </a:lnTo>
                <a:lnTo>
                  <a:pt x="5886" y="1358"/>
                </a:lnTo>
                <a:lnTo>
                  <a:pt x="5822" y="1273"/>
                </a:lnTo>
                <a:lnTo>
                  <a:pt x="5756" y="1189"/>
                </a:lnTo>
                <a:lnTo>
                  <a:pt x="5687" y="1108"/>
                </a:lnTo>
                <a:lnTo>
                  <a:pt x="5615" y="1028"/>
                </a:lnTo>
                <a:lnTo>
                  <a:pt x="5541" y="951"/>
                </a:lnTo>
                <a:lnTo>
                  <a:pt x="5463" y="876"/>
                </a:lnTo>
                <a:lnTo>
                  <a:pt x="5384" y="805"/>
                </a:lnTo>
                <a:lnTo>
                  <a:pt x="5302" y="735"/>
                </a:lnTo>
                <a:lnTo>
                  <a:pt x="5219" y="669"/>
                </a:lnTo>
                <a:lnTo>
                  <a:pt x="5134" y="606"/>
                </a:lnTo>
                <a:lnTo>
                  <a:pt x="5046" y="546"/>
                </a:lnTo>
                <a:lnTo>
                  <a:pt x="4957" y="488"/>
                </a:lnTo>
                <a:lnTo>
                  <a:pt x="4866" y="434"/>
                </a:lnTo>
                <a:lnTo>
                  <a:pt x="4774" y="383"/>
                </a:lnTo>
                <a:lnTo>
                  <a:pt x="4680" y="334"/>
                </a:lnTo>
                <a:lnTo>
                  <a:pt x="4584" y="289"/>
                </a:lnTo>
                <a:lnTo>
                  <a:pt x="4488" y="247"/>
                </a:lnTo>
                <a:lnTo>
                  <a:pt x="4389" y="208"/>
                </a:lnTo>
                <a:lnTo>
                  <a:pt x="4290" y="173"/>
                </a:lnTo>
                <a:lnTo>
                  <a:pt x="4189" y="140"/>
                </a:lnTo>
                <a:lnTo>
                  <a:pt x="4088" y="111"/>
                </a:lnTo>
                <a:lnTo>
                  <a:pt x="3985" y="85"/>
                </a:lnTo>
                <a:lnTo>
                  <a:pt x="3882" y="63"/>
                </a:lnTo>
                <a:lnTo>
                  <a:pt x="3777" y="44"/>
                </a:lnTo>
                <a:lnTo>
                  <a:pt x="3672" y="28"/>
                </a:lnTo>
                <a:lnTo>
                  <a:pt x="3566" y="16"/>
                </a:lnTo>
                <a:lnTo>
                  <a:pt x="3460" y="7"/>
                </a:lnTo>
                <a:lnTo>
                  <a:pt x="3353" y="2"/>
                </a:lnTo>
                <a:lnTo>
                  <a:pt x="3245" y="0"/>
                </a:lnTo>
                <a:lnTo>
                  <a:pt x="3138" y="2"/>
                </a:lnTo>
                <a:lnTo>
                  <a:pt x="3031" y="7"/>
                </a:lnTo>
                <a:lnTo>
                  <a:pt x="2925" y="16"/>
                </a:lnTo>
                <a:lnTo>
                  <a:pt x="2819" y="28"/>
                </a:lnTo>
                <a:lnTo>
                  <a:pt x="2714" y="44"/>
                </a:lnTo>
                <a:lnTo>
                  <a:pt x="2609" y="63"/>
                </a:lnTo>
                <a:lnTo>
                  <a:pt x="2506" y="85"/>
                </a:lnTo>
                <a:lnTo>
                  <a:pt x="2403" y="111"/>
                </a:lnTo>
                <a:lnTo>
                  <a:pt x="2302" y="140"/>
                </a:lnTo>
                <a:lnTo>
                  <a:pt x="2201" y="173"/>
                </a:lnTo>
                <a:lnTo>
                  <a:pt x="2102" y="208"/>
                </a:lnTo>
                <a:lnTo>
                  <a:pt x="2003" y="247"/>
                </a:lnTo>
                <a:lnTo>
                  <a:pt x="1907" y="289"/>
                </a:lnTo>
                <a:lnTo>
                  <a:pt x="1811" y="334"/>
                </a:lnTo>
                <a:lnTo>
                  <a:pt x="1717" y="383"/>
                </a:lnTo>
                <a:lnTo>
                  <a:pt x="1625" y="434"/>
                </a:lnTo>
                <a:lnTo>
                  <a:pt x="1534" y="488"/>
                </a:lnTo>
                <a:lnTo>
                  <a:pt x="1445" y="546"/>
                </a:lnTo>
                <a:lnTo>
                  <a:pt x="1357" y="606"/>
                </a:lnTo>
                <a:lnTo>
                  <a:pt x="1272" y="669"/>
                </a:lnTo>
                <a:lnTo>
                  <a:pt x="1188" y="735"/>
                </a:lnTo>
                <a:lnTo>
                  <a:pt x="1107" y="805"/>
                </a:lnTo>
                <a:lnTo>
                  <a:pt x="1028" y="876"/>
                </a:lnTo>
                <a:lnTo>
                  <a:pt x="950" y="951"/>
                </a:lnTo>
                <a:lnTo>
                  <a:pt x="876" y="1028"/>
                </a:lnTo>
                <a:lnTo>
                  <a:pt x="804" y="1108"/>
                </a:lnTo>
                <a:lnTo>
                  <a:pt x="735" y="1189"/>
                </a:lnTo>
                <a:lnTo>
                  <a:pt x="669" y="1273"/>
                </a:lnTo>
                <a:lnTo>
                  <a:pt x="605" y="1358"/>
                </a:lnTo>
                <a:lnTo>
                  <a:pt x="545" y="1446"/>
                </a:lnTo>
                <a:lnTo>
                  <a:pt x="488" y="1535"/>
                </a:lnTo>
                <a:lnTo>
                  <a:pt x="433" y="1626"/>
                </a:lnTo>
                <a:lnTo>
                  <a:pt x="382" y="1718"/>
                </a:lnTo>
                <a:lnTo>
                  <a:pt x="334" y="1812"/>
                </a:lnTo>
                <a:lnTo>
                  <a:pt x="289" y="1908"/>
                </a:lnTo>
                <a:lnTo>
                  <a:pt x="247" y="2005"/>
                </a:lnTo>
                <a:lnTo>
                  <a:pt x="208" y="2103"/>
                </a:lnTo>
                <a:lnTo>
                  <a:pt x="172" y="2202"/>
                </a:lnTo>
                <a:lnTo>
                  <a:pt x="140" y="2303"/>
                </a:lnTo>
                <a:lnTo>
                  <a:pt x="111" y="2405"/>
                </a:lnTo>
                <a:lnTo>
                  <a:pt x="85" y="2507"/>
                </a:lnTo>
                <a:lnTo>
                  <a:pt x="63" y="2611"/>
                </a:lnTo>
                <a:lnTo>
                  <a:pt x="44" y="2716"/>
                </a:lnTo>
                <a:lnTo>
                  <a:pt x="28" y="2821"/>
                </a:lnTo>
                <a:lnTo>
                  <a:pt x="16" y="2927"/>
                </a:lnTo>
                <a:lnTo>
                  <a:pt x="7" y="3033"/>
                </a:lnTo>
                <a:lnTo>
                  <a:pt x="2" y="3140"/>
                </a:lnTo>
                <a:lnTo>
                  <a:pt x="0" y="3248"/>
                </a:lnTo>
                <a:lnTo>
                  <a:pt x="2" y="3355"/>
                </a:lnTo>
                <a:lnTo>
                  <a:pt x="7" y="3462"/>
                </a:lnTo>
                <a:lnTo>
                  <a:pt x="16" y="3569"/>
                </a:lnTo>
                <a:lnTo>
                  <a:pt x="28" y="3674"/>
                </a:lnTo>
                <a:lnTo>
                  <a:pt x="44" y="3780"/>
                </a:lnTo>
                <a:lnTo>
                  <a:pt x="63" y="3884"/>
                </a:lnTo>
                <a:lnTo>
                  <a:pt x="85" y="3988"/>
                </a:lnTo>
                <a:lnTo>
                  <a:pt x="111" y="4090"/>
                </a:lnTo>
                <a:lnTo>
                  <a:pt x="140" y="4192"/>
                </a:lnTo>
                <a:lnTo>
                  <a:pt x="172" y="4293"/>
                </a:lnTo>
                <a:lnTo>
                  <a:pt x="208" y="4392"/>
                </a:lnTo>
                <a:lnTo>
                  <a:pt x="247" y="4490"/>
                </a:lnTo>
                <a:lnTo>
                  <a:pt x="289" y="4587"/>
                </a:lnTo>
                <a:lnTo>
                  <a:pt x="334" y="4683"/>
                </a:lnTo>
                <a:lnTo>
                  <a:pt x="382" y="4777"/>
                </a:lnTo>
                <a:lnTo>
                  <a:pt x="433" y="4869"/>
                </a:lnTo>
                <a:lnTo>
                  <a:pt x="488" y="4960"/>
                </a:lnTo>
                <a:lnTo>
                  <a:pt x="545" y="5049"/>
                </a:lnTo>
                <a:lnTo>
                  <a:pt x="605" y="5137"/>
                </a:lnTo>
                <a:lnTo>
                  <a:pt x="669" y="5222"/>
                </a:lnTo>
                <a:lnTo>
                  <a:pt x="735" y="5306"/>
                </a:lnTo>
                <a:lnTo>
                  <a:pt x="804" y="5387"/>
                </a:lnTo>
                <a:lnTo>
                  <a:pt x="876" y="5467"/>
                </a:lnTo>
                <a:lnTo>
                  <a:pt x="950" y="5544"/>
                </a:lnTo>
                <a:lnTo>
                  <a:pt x="1028" y="5619"/>
                </a:lnTo>
                <a:lnTo>
                  <a:pt x="1107" y="5691"/>
                </a:lnTo>
                <a:lnTo>
                  <a:pt x="1188" y="5760"/>
                </a:lnTo>
                <a:lnTo>
                  <a:pt x="1272" y="5826"/>
                </a:lnTo>
                <a:lnTo>
                  <a:pt x="1357" y="5889"/>
                </a:lnTo>
                <a:lnTo>
                  <a:pt x="1445" y="5950"/>
                </a:lnTo>
                <a:lnTo>
                  <a:pt x="1534" y="6007"/>
                </a:lnTo>
                <a:lnTo>
                  <a:pt x="1625" y="6061"/>
                </a:lnTo>
                <a:lnTo>
                  <a:pt x="1717" y="6113"/>
                </a:lnTo>
                <a:lnTo>
                  <a:pt x="1811" y="6161"/>
                </a:lnTo>
                <a:lnTo>
                  <a:pt x="1907" y="6206"/>
                </a:lnTo>
                <a:lnTo>
                  <a:pt x="2003" y="6248"/>
                </a:lnTo>
                <a:lnTo>
                  <a:pt x="2102" y="6287"/>
                </a:lnTo>
                <a:lnTo>
                  <a:pt x="2201" y="6323"/>
                </a:lnTo>
                <a:lnTo>
                  <a:pt x="2302" y="6355"/>
                </a:lnTo>
                <a:lnTo>
                  <a:pt x="2403" y="6384"/>
                </a:lnTo>
                <a:lnTo>
                  <a:pt x="2506" y="6410"/>
                </a:lnTo>
                <a:lnTo>
                  <a:pt x="2609" y="6432"/>
                </a:lnTo>
                <a:lnTo>
                  <a:pt x="2714" y="6451"/>
                </a:lnTo>
                <a:lnTo>
                  <a:pt x="2819" y="6467"/>
                </a:lnTo>
                <a:lnTo>
                  <a:pt x="2925" y="6479"/>
                </a:lnTo>
                <a:lnTo>
                  <a:pt x="3031" y="6488"/>
                </a:lnTo>
                <a:lnTo>
                  <a:pt x="3138" y="6494"/>
                </a:lnTo>
                <a:lnTo>
                  <a:pt x="3245" y="6495"/>
                </a:lnTo>
                <a:close/>
              </a:path>
            </a:pathLst>
          </a:custGeom>
          <a:solidFill>
            <a:srgbClr val="315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ector_24"/>
          <p:cNvSpPr/>
          <p:nvPr/>
        </p:nvSpPr>
        <p:spPr>
          <a:xfrm>
            <a:off x="3863969" y="1751239"/>
            <a:ext cx="6491" cy="6495"/>
          </a:xfrm>
          <a:custGeom>
            <a:avLst/>
            <a:gdLst/>
            <a:ahLst/>
            <a:cxnLst/>
            <a:rect l="l" t="t" r="r" b="b"/>
            <a:pathLst>
              <a:path w="6491" h="6495">
                <a:moveTo>
                  <a:pt x="3245" y="6495"/>
                </a:moveTo>
                <a:lnTo>
                  <a:pt x="3353" y="6494"/>
                </a:lnTo>
                <a:lnTo>
                  <a:pt x="3460" y="6488"/>
                </a:lnTo>
                <a:lnTo>
                  <a:pt x="3566" y="6479"/>
                </a:lnTo>
                <a:lnTo>
                  <a:pt x="3672" y="6467"/>
                </a:lnTo>
                <a:lnTo>
                  <a:pt x="3777" y="6451"/>
                </a:lnTo>
                <a:lnTo>
                  <a:pt x="3882" y="6432"/>
                </a:lnTo>
                <a:lnTo>
                  <a:pt x="3985" y="6410"/>
                </a:lnTo>
                <a:lnTo>
                  <a:pt x="4088" y="6384"/>
                </a:lnTo>
                <a:lnTo>
                  <a:pt x="4189" y="6355"/>
                </a:lnTo>
                <a:lnTo>
                  <a:pt x="4290" y="6323"/>
                </a:lnTo>
                <a:lnTo>
                  <a:pt x="4389" y="6287"/>
                </a:lnTo>
                <a:lnTo>
                  <a:pt x="4488" y="6248"/>
                </a:lnTo>
                <a:lnTo>
                  <a:pt x="4584" y="6206"/>
                </a:lnTo>
                <a:lnTo>
                  <a:pt x="4680" y="6161"/>
                </a:lnTo>
                <a:lnTo>
                  <a:pt x="4774" y="6113"/>
                </a:lnTo>
                <a:lnTo>
                  <a:pt x="4866" y="6061"/>
                </a:lnTo>
                <a:lnTo>
                  <a:pt x="4957" y="6007"/>
                </a:lnTo>
                <a:lnTo>
                  <a:pt x="5046" y="5950"/>
                </a:lnTo>
                <a:lnTo>
                  <a:pt x="5134" y="5889"/>
                </a:lnTo>
                <a:lnTo>
                  <a:pt x="5219" y="5826"/>
                </a:lnTo>
                <a:lnTo>
                  <a:pt x="5302" y="5760"/>
                </a:lnTo>
                <a:lnTo>
                  <a:pt x="5384" y="5691"/>
                </a:lnTo>
                <a:lnTo>
                  <a:pt x="5463" y="5619"/>
                </a:lnTo>
                <a:lnTo>
                  <a:pt x="5541" y="5544"/>
                </a:lnTo>
                <a:lnTo>
                  <a:pt x="5615" y="5467"/>
                </a:lnTo>
                <a:lnTo>
                  <a:pt x="5687" y="5387"/>
                </a:lnTo>
                <a:lnTo>
                  <a:pt x="5756" y="5306"/>
                </a:lnTo>
                <a:lnTo>
                  <a:pt x="5822" y="5222"/>
                </a:lnTo>
                <a:lnTo>
                  <a:pt x="5886" y="5137"/>
                </a:lnTo>
                <a:lnTo>
                  <a:pt x="5946" y="5049"/>
                </a:lnTo>
                <a:lnTo>
                  <a:pt x="6003" y="4960"/>
                </a:lnTo>
                <a:lnTo>
                  <a:pt x="6058" y="4869"/>
                </a:lnTo>
                <a:lnTo>
                  <a:pt x="6109" y="4777"/>
                </a:lnTo>
                <a:lnTo>
                  <a:pt x="6157" y="4683"/>
                </a:lnTo>
                <a:lnTo>
                  <a:pt x="6202" y="4587"/>
                </a:lnTo>
                <a:lnTo>
                  <a:pt x="6244" y="4490"/>
                </a:lnTo>
                <a:lnTo>
                  <a:pt x="6283" y="4392"/>
                </a:lnTo>
                <a:lnTo>
                  <a:pt x="6319" y="4293"/>
                </a:lnTo>
                <a:lnTo>
                  <a:pt x="6351" y="4192"/>
                </a:lnTo>
                <a:lnTo>
                  <a:pt x="6380" y="4090"/>
                </a:lnTo>
                <a:lnTo>
                  <a:pt x="6406" y="3988"/>
                </a:lnTo>
                <a:lnTo>
                  <a:pt x="6428" y="3884"/>
                </a:lnTo>
                <a:lnTo>
                  <a:pt x="6447" y="3780"/>
                </a:lnTo>
                <a:lnTo>
                  <a:pt x="6463" y="3674"/>
                </a:lnTo>
                <a:lnTo>
                  <a:pt x="6475" y="3569"/>
                </a:lnTo>
                <a:lnTo>
                  <a:pt x="6484" y="3462"/>
                </a:lnTo>
                <a:lnTo>
                  <a:pt x="6489" y="3355"/>
                </a:lnTo>
                <a:lnTo>
                  <a:pt x="6491" y="3248"/>
                </a:lnTo>
                <a:lnTo>
                  <a:pt x="6489" y="3140"/>
                </a:lnTo>
                <a:lnTo>
                  <a:pt x="6484" y="3033"/>
                </a:lnTo>
                <a:lnTo>
                  <a:pt x="6475" y="2927"/>
                </a:lnTo>
                <a:lnTo>
                  <a:pt x="6463" y="2821"/>
                </a:lnTo>
                <a:lnTo>
                  <a:pt x="6447" y="2716"/>
                </a:lnTo>
                <a:lnTo>
                  <a:pt x="6428" y="2611"/>
                </a:lnTo>
                <a:lnTo>
                  <a:pt x="6406" y="2507"/>
                </a:lnTo>
                <a:lnTo>
                  <a:pt x="6380" y="2405"/>
                </a:lnTo>
                <a:lnTo>
                  <a:pt x="6351" y="2303"/>
                </a:lnTo>
                <a:lnTo>
                  <a:pt x="6319" y="2202"/>
                </a:lnTo>
                <a:lnTo>
                  <a:pt x="6283" y="2103"/>
                </a:lnTo>
                <a:lnTo>
                  <a:pt x="6244" y="2005"/>
                </a:lnTo>
                <a:lnTo>
                  <a:pt x="6202" y="1908"/>
                </a:lnTo>
                <a:lnTo>
                  <a:pt x="6157" y="1812"/>
                </a:lnTo>
                <a:lnTo>
                  <a:pt x="6109" y="1718"/>
                </a:lnTo>
                <a:lnTo>
                  <a:pt x="6058" y="1626"/>
                </a:lnTo>
                <a:lnTo>
                  <a:pt x="6003" y="1535"/>
                </a:lnTo>
                <a:lnTo>
                  <a:pt x="5946" y="1446"/>
                </a:lnTo>
                <a:lnTo>
                  <a:pt x="5886" y="1358"/>
                </a:lnTo>
                <a:lnTo>
                  <a:pt x="5822" y="1273"/>
                </a:lnTo>
                <a:lnTo>
                  <a:pt x="5756" y="1189"/>
                </a:lnTo>
                <a:lnTo>
                  <a:pt x="5687" y="1108"/>
                </a:lnTo>
                <a:lnTo>
                  <a:pt x="5615" y="1028"/>
                </a:lnTo>
                <a:lnTo>
                  <a:pt x="5541" y="951"/>
                </a:lnTo>
                <a:lnTo>
                  <a:pt x="5463" y="876"/>
                </a:lnTo>
                <a:lnTo>
                  <a:pt x="5384" y="805"/>
                </a:lnTo>
                <a:lnTo>
                  <a:pt x="5302" y="735"/>
                </a:lnTo>
                <a:lnTo>
                  <a:pt x="5219" y="669"/>
                </a:lnTo>
                <a:lnTo>
                  <a:pt x="5134" y="606"/>
                </a:lnTo>
                <a:lnTo>
                  <a:pt x="5046" y="546"/>
                </a:lnTo>
                <a:lnTo>
                  <a:pt x="4957" y="488"/>
                </a:lnTo>
                <a:lnTo>
                  <a:pt x="4866" y="434"/>
                </a:lnTo>
                <a:lnTo>
                  <a:pt x="4774" y="383"/>
                </a:lnTo>
                <a:lnTo>
                  <a:pt x="4680" y="334"/>
                </a:lnTo>
                <a:lnTo>
                  <a:pt x="4584" y="289"/>
                </a:lnTo>
                <a:lnTo>
                  <a:pt x="4488" y="247"/>
                </a:lnTo>
                <a:lnTo>
                  <a:pt x="4389" y="208"/>
                </a:lnTo>
                <a:lnTo>
                  <a:pt x="4290" y="173"/>
                </a:lnTo>
                <a:lnTo>
                  <a:pt x="4189" y="140"/>
                </a:lnTo>
                <a:lnTo>
                  <a:pt x="4088" y="111"/>
                </a:lnTo>
                <a:lnTo>
                  <a:pt x="3985" y="85"/>
                </a:lnTo>
                <a:lnTo>
                  <a:pt x="3882" y="63"/>
                </a:lnTo>
                <a:lnTo>
                  <a:pt x="3777" y="44"/>
                </a:lnTo>
                <a:lnTo>
                  <a:pt x="3672" y="28"/>
                </a:lnTo>
                <a:lnTo>
                  <a:pt x="3566" y="16"/>
                </a:lnTo>
                <a:lnTo>
                  <a:pt x="3460" y="7"/>
                </a:lnTo>
                <a:lnTo>
                  <a:pt x="3353" y="2"/>
                </a:lnTo>
                <a:lnTo>
                  <a:pt x="3245" y="0"/>
                </a:lnTo>
                <a:lnTo>
                  <a:pt x="3138" y="2"/>
                </a:lnTo>
                <a:lnTo>
                  <a:pt x="3031" y="7"/>
                </a:lnTo>
                <a:lnTo>
                  <a:pt x="2925" y="16"/>
                </a:lnTo>
                <a:lnTo>
                  <a:pt x="2819" y="28"/>
                </a:lnTo>
                <a:lnTo>
                  <a:pt x="2714" y="44"/>
                </a:lnTo>
                <a:lnTo>
                  <a:pt x="2609" y="63"/>
                </a:lnTo>
                <a:lnTo>
                  <a:pt x="2506" y="85"/>
                </a:lnTo>
                <a:lnTo>
                  <a:pt x="2403" y="111"/>
                </a:lnTo>
                <a:lnTo>
                  <a:pt x="2301" y="140"/>
                </a:lnTo>
                <a:lnTo>
                  <a:pt x="2201" y="173"/>
                </a:lnTo>
                <a:lnTo>
                  <a:pt x="2102" y="208"/>
                </a:lnTo>
                <a:lnTo>
                  <a:pt x="2003" y="247"/>
                </a:lnTo>
                <a:lnTo>
                  <a:pt x="1907" y="289"/>
                </a:lnTo>
                <a:lnTo>
                  <a:pt x="1811" y="334"/>
                </a:lnTo>
                <a:lnTo>
                  <a:pt x="1717" y="383"/>
                </a:lnTo>
                <a:lnTo>
                  <a:pt x="1625" y="434"/>
                </a:lnTo>
                <a:lnTo>
                  <a:pt x="1534" y="488"/>
                </a:lnTo>
                <a:lnTo>
                  <a:pt x="1445" y="546"/>
                </a:lnTo>
                <a:lnTo>
                  <a:pt x="1357" y="606"/>
                </a:lnTo>
                <a:lnTo>
                  <a:pt x="1272" y="669"/>
                </a:lnTo>
                <a:lnTo>
                  <a:pt x="1188" y="735"/>
                </a:lnTo>
                <a:lnTo>
                  <a:pt x="1107" y="805"/>
                </a:lnTo>
                <a:lnTo>
                  <a:pt x="1028" y="876"/>
                </a:lnTo>
                <a:lnTo>
                  <a:pt x="950" y="951"/>
                </a:lnTo>
                <a:lnTo>
                  <a:pt x="876" y="1028"/>
                </a:lnTo>
                <a:lnTo>
                  <a:pt x="804" y="1108"/>
                </a:lnTo>
                <a:lnTo>
                  <a:pt x="735" y="1189"/>
                </a:lnTo>
                <a:lnTo>
                  <a:pt x="669" y="1273"/>
                </a:lnTo>
                <a:lnTo>
                  <a:pt x="605" y="1358"/>
                </a:lnTo>
                <a:lnTo>
                  <a:pt x="545" y="1446"/>
                </a:lnTo>
                <a:lnTo>
                  <a:pt x="488" y="1535"/>
                </a:lnTo>
                <a:lnTo>
                  <a:pt x="433" y="1626"/>
                </a:lnTo>
                <a:lnTo>
                  <a:pt x="382" y="1718"/>
                </a:lnTo>
                <a:lnTo>
                  <a:pt x="334" y="1812"/>
                </a:lnTo>
                <a:lnTo>
                  <a:pt x="289" y="1908"/>
                </a:lnTo>
                <a:lnTo>
                  <a:pt x="247" y="2005"/>
                </a:lnTo>
                <a:lnTo>
                  <a:pt x="208" y="2103"/>
                </a:lnTo>
                <a:lnTo>
                  <a:pt x="172" y="2202"/>
                </a:lnTo>
                <a:lnTo>
                  <a:pt x="140" y="2303"/>
                </a:lnTo>
                <a:lnTo>
                  <a:pt x="111" y="2405"/>
                </a:lnTo>
                <a:lnTo>
                  <a:pt x="85" y="2507"/>
                </a:lnTo>
                <a:lnTo>
                  <a:pt x="63" y="2611"/>
                </a:lnTo>
                <a:lnTo>
                  <a:pt x="44" y="2716"/>
                </a:lnTo>
                <a:lnTo>
                  <a:pt x="28" y="2821"/>
                </a:lnTo>
                <a:lnTo>
                  <a:pt x="16" y="2927"/>
                </a:lnTo>
                <a:lnTo>
                  <a:pt x="7" y="3033"/>
                </a:lnTo>
                <a:lnTo>
                  <a:pt x="2" y="3140"/>
                </a:lnTo>
                <a:lnTo>
                  <a:pt x="0" y="3248"/>
                </a:lnTo>
                <a:lnTo>
                  <a:pt x="2" y="3355"/>
                </a:lnTo>
                <a:lnTo>
                  <a:pt x="7" y="3462"/>
                </a:lnTo>
                <a:lnTo>
                  <a:pt x="16" y="3569"/>
                </a:lnTo>
                <a:lnTo>
                  <a:pt x="28" y="3674"/>
                </a:lnTo>
                <a:lnTo>
                  <a:pt x="44" y="3780"/>
                </a:lnTo>
                <a:lnTo>
                  <a:pt x="63" y="3884"/>
                </a:lnTo>
                <a:lnTo>
                  <a:pt x="85" y="3988"/>
                </a:lnTo>
                <a:lnTo>
                  <a:pt x="111" y="4090"/>
                </a:lnTo>
                <a:lnTo>
                  <a:pt x="140" y="4192"/>
                </a:lnTo>
                <a:lnTo>
                  <a:pt x="172" y="4293"/>
                </a:lnTo>
                <a:lnTo>
                  <a:pt x="208" y="4392"/>
                </a:lnTo>
                <a:lnTo>
                  <a:pt x="247" y="4490"/>
                </a:lnTo>
                <a:lnTo>
                  <a:pt x="289" y="4587"/>
                </a:lnTo>
                <a:lnTo>
                  <a:pt x="334" y="4683"/>
                </a:lnTo>
                <a:lnTo>
                  <a:pt x="382" y="4777"/>
                </a:lnTo>
                <a:lnTo>
                  <a:pt x="433" y="4869"/>
                </a:lnTo>
                <a:lnTo>
                  <a:pt x="488" y="4960"/>
                </a:lnTo>
                <a:lnTo>
                  <a:pt x="545" y="5049"/>
                </a:lnTo>
                <a:lnTo>
                  <a:pt x="605" y="5137"/>
                </a:lnTo>
                <a:lnTo>
                  <a:pt x="669" y="5222"/>
                </a:lnTo>
                <a:lnTo>
                  <a:pt x="735" y="5306"/>
                </a:lnTo>
                <a:lnTo>
                  <a:pt x="804" y="5387"/>
                </a:lnTo>
                <a:lnTo>
                  <a:pt x="876" y="5467"/>
                </a:lnTo>
                <a:lnTo>
                  <a:pt x="950" y="5544"/>
                </a:lnTo>
                <a:lnTo>
                  <a:pt x="1028" y="5619"/>
                </a:lnTo>
                <a:lnTo>
                  <a:pt x="1107" y="5691"/>
                </a:lnTo>
                <a:lnTo>
                  <a:pt x="1188" y="5760"/>
                </a:lnTo>
                <a:lnTo>
                  <a:pt x="1272" y="5826"/>
                </a:lnTo>
                <a:lnTo>
                  <a:pt x="1357" y="5889"/>
                </a:lnTo>
                <a:lnTo>
                  <a:pt x="1445" y="5950"/>
                </a:lnTo>
                <a:lnTo>
                  <a:pt x="1534" y="6007"/>
                </a:lnTo>
                <a:lnTo>
                  <a:pt x="1625" y="6061"/>
                </a:lnTo>
                <a:lnTo>
                  <a:pt x="1717" y="6113"/>
                </a:lnTo>
                <a:lnTo>
                  <a:pt x="1811" y="6161"/>
                </a:lnTo>
                <a:lnTo>
                  <a:pt x="1907" y="6206"/>
                </a:lnTo>
                <a:lnTo>
                  <a:pt x="2003" y="6248"/>
                </a:lnTo>
                <a:lnTo>
                  <a:pt x="2102" y="6287"/>
                </a:lnTo>
                <a:lnTo>
                  <a:pt x="2201" y="6323"/>
                </a:lnTo>
                <a:lnTo>
                  <a:pt x="2301" y="6355"/>
                </a:lnTo>
                <a:lnTo>
                  <a:pt x="2403" y="6384"/>
                </a:lnTo>
                <a:lnTo>
                  <a:pt x="2506" y="6410"/>
                </a:lnTo>
                <a:lnTo>
                  <a:pt x="2609" y="6432"/>
                </a:lnTo>
                <a:lnTo>
                  <a:pt x="2714" y="6451"/>
                </a:lnTo>
                <a:lnTo>
                  <a:pt x="2819" y="6467"/>
                </a:lnTo>
                <a:lnTo>
                  <a:pt x="2925" y="6479"/>
                </a:lnTo>
                <a:lnTo>
                  <a:pt x="3031" y="6488"/>
                </a:lnTo>
                <a:lnTo>
                  <a:pt x="3138" y="6494"/>
                </a:lnTo>
                <a:lnTo>
                  <a:pt x="3245" y="6495"/>
                </a:lnTo>
                <a:close/>
              </a:path>
            </a:pathLst>
          </a:custGeom>
          <a:solidFill>
            <a:srgbClr val="315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ector_25"/>
          <p:cNvSpPr/>
          <p:nvPr/>
        </p:nvSpPr>
        <p:spPr>
          <a:xfrm>
            <a:off x="3803863" y="1773792"/>
            <a:ext cx="6491" cy="6496"/>
          </a:xfrm>
          <a:custGeom>
            <a:avLst/>
            <a:gdLst/>
            <a:ahLst/>
            <a:cxnLst/>
            <a:rect l="l" t="t" r="r" b="b"/>
            <a:pathLst>
              <a:path w="6491" h="6496">
                <a:moveTo>
                  <a:pt x="3246" y="6496"/>
                </a:moveTo>
                <a:lnTo>
                  <a:pt x="3353" y="6494"/>
                </a:lnTo>
                <a:lnTo>
                  <a:pt x="3460" y="6488"/>
                </a:lnTo>
                <a:lnTo>
                  <a:pt x="3566" y="6480"/>
                </a:lnTo>
                <a:lnTo>
                  <a:pt x="3672" y="6467"/>
                </a:lnTo>
                <a:lnTo>
                  <a:pt x="3777" y="6452"/>
                </a:lnTo>
                <a:lnTo>
                  <a:pt x="3882" y="6433"/>
                </a:lnTo>
                <a:lnTo>
                  <a:pt x="3985" y="6410"/>
                </a:lnTo>
                <a:lnTo>
                  <a:pt x="4088" y="6384"/>
                </a:lnTo>
                <a:lnTo>
                  <a:pt x="4189" y="6355"/>
                </a:lnTo>
                <a:lnTo>
                  <a:pt x="4290" y="6323"/>
                </a:lnTo>
                <a:lnTo>
                  <a:pt x="4389" y="6287"/>
                </a:lnTo>
                <a:lnTo>
                  <a:pt x="4488" y="6248"/>
                </a:lnTo>
                <a:lnTo>
                  <a:pt x="4584" y="6206"/>
                </a:lnTo>
                <a:lnTo>
                  <a:pt x="4680" y="6161"/>
                </a:lnTo>
                <a:lnTo>
                  <a:pt x="4774" y="6113"/>
                </a:lnTo>
                <a:lnTo>
                  <a:pt x="4866" y="6062"/>
                </a:lnTo>
                <a:lnTo>
                  <a:pt x="4957" y="6007"/>
                </a:lnTo>
                <a:lnTo>
                  <a:pt x="5046" y="5950"/>
                </a:lnTo>
                <a:lnTo>
                  <a:pt x="5134" y="5890"/>
                </a:lnTo>
                <a:lnTo>
                  <a:pt x="5219" y="5826"/>
                </a:lnTo>
                <a:lnTo>
                  <a:pt x="5303" y="5760"/>
                </a:lnTo>
                <a:lnTo>
                  <a:pt x="5384" y="5691"/>
                </a:lnTo>
                <a:lnTo>
                  <a:pt x="5463" y="5619"/>
                </a:lnTo>
                <a:lnTo>
                  <a:pt x="5541" y="5544"/>
                </a:lnTo>
                <a:lnTo>
                  <a:pt x="5615" y="5467"/>
                </a:lnTo>
                <a:lnTo>
                  <a:pt x="5687" y="5388"/>
                </a:lnTo>
                <a:lnTo>
                  <a:pt x="5756" y="5306"/>
                </a:lnTo>
                <a:lnTo>
                  <a:pt x="5822" y="5223"/>
                </a:lnTo>
                <a:lnTo>
                  <a:pt x="5886" y="5137"/>
                </a:lnTo>
                <a:lnTo>
                  <a:pt x="5946" y="5050"/>
                </a:lnTo>
                <a:lnTo>
                  <a:pt x="6003" y="4961"/>
                </a:lnTo>
                <a:lnTo>
                  <a:pt x="6058" y="4870"/>
                </a:lnTo>
                <a:lnTo>
                  <a:pt x="6109" y="4777"/>
                </a:lnTo>
                <a:lnTo>
                  <a:pt x="6157" y="4683"/>
                </a:lnTo>
                <a:lnTo>
                  <a:pt x="6202" y="4588"/>
                </a:lnTo>
                <a:lnTo>
                  <a:pt x="6244" y="4491"/>
                </a:lnTo>
                <a:lnTo>
                  <a:pt x="6283" y="4392"/>
                </a:lnTo>
                <a:lnTo>
                  <a:pt x="6319" y="4293"/>
                </a:lnTo>
                <a:lnTo>
                  <a:pt x="6351" y="4192"/>
                </a:lnTo>
                <a:lnTo>
                  <a:pt x="6380" y="4091"/>
                </a:lnTo>
                <a:lnTo>
                  <a:pt x="6406" y="3988"/>
                </a:lnTo>
                <a:lnTo>
                  <a:pt x="6428" y="3884"/>
                </a:lnTo>
                <a:lnTo>
                  <a:pt x="6447" y="3780"/>
                </a:lnTo>
                <a:lnTo>
                  <a:pt x="6463" y="3675"/>
                </a:lnTo>
                <a:lnTo>
                  <a:pt x="6475" y="3569"/>
                </a:lnTo>
                <a:lnTo>
                  <a:pt x="6484" y="3462"/>
                </a:lnTo>
                <a:lnTo>
                  <a:pt x="6489" y="3355"/>
                </a:lnTo>
                <a:lnTo>
                  <a:pt x="6491" y="3248"/>
                </a:lnTo>
                <a:lnTo>
                  <a:pt x="6489" y="3140"/>
                </a:lnTo>
                <a:lnTo>
                  <a:pt x="6484" y="3033"/>
                </a:lnTo>
                <a:lnTo>
                  <a:pt x="6475" y="2927"/>
                </a:lnTo>
                <a:lnTo>
                  <a:pt x="6463" y="2821"/>
                </a:lnTo>
                <a:lnTo>
                  <a:pt x="6447" y="2716"/>
                </a:lnTo>
                <a:lnTo>
                  <a:pt x="6428" y="2611"/>
                </a:lnTo>
                <a:lnTo>
                  <a:pt x="6406" y="2508"/>
                </a:lnTo>
                <a:lnTo>
                  <a:pt x="6380" y="2405"/>
                </a:lnTo>
                <a:lnTo>
                  <a:pt x="6351" y="2303"/>
                </a:lnTo>
                <a:lnTo>
                  <a:pt x="6319" y="2203"/>
                </a:lnTo>
                <a:lnTo>
                  <a:pt x="6283" y="2103"/>
                </a:lnTo>
                <a:lnTo>
                  <a:pt x="6244" y="2005"/>
                </a:lnTo>
                <a:lnTo>
                  <a:pt x="6202" y="1908"/>
                </a:lnTo>
                <a:lnTo>
                  <a:pt x="6157" y="1813"/>
                </a:lnTo>
                <a:lnTo>
                  <a:pt x="6109" y="1719"/>
                </a:lnTo>
                <a:lnTo>
                  <a:pt x="6058" y="1626"/>
                </a:lnTo>
                <a:lnTo>
                  <a:pt x="6003" y="1535"/>
                </a:lnTo>
                <a:lnTo>
                  <a:pt x="5946" y="1446"/>
                </a:lnTo>
                <a:lnTo>
                  <a:pt x="5886" y="1359"/>
                </a:lnTo>
                <a:lnTo>
                  <a:pt x="5822" y="1273"/>
                </a:lnTo>
                <a:lnTo>
                  <a:pt x="5756" y="1190"/>
                </a:lnTo>
                <a:lnTo>
                  <a:pt x="5687" y="1108"/>
                </a:lnTo>
                <a:lnTo>
                  <a:pt x="5615" y="1029"/>
                </a:lnTo>
                <a:lnTo>
                  <a:pt x="5541" y="951"/>
                </a:lnTo>
                <a:lnTo>
                  <a:pt x="5463" y="877"/>
                </a:lnTo>
                <a:lnTo>
                  <a:pt x="5384" y="805"/>
                </a:lnTo>
                <a:lnTo>
                  <a:pt x="5303" y="736"/>
                </a:lnTo>
                <a:lnTo>
                  <a:pt x="5219" y="670"/>
                </a:lnTo>
                <a:lnTo>
                  <a:pt x="5134" y="606"/>
                </a:lnTo>
                <a:lnTo>
                  <a:pt x="5046" y="546"/>
                </a:lnTo>
                <a:lnTo>
                  <a:pt x="4957" y="489"/>
                </a:lnTo>
                <a:lnTo>
                  <a:pt x="4866" y="434"/>
                </a:lnTo>
                <a:lnTo>
                  <a:pt x="4774" y="383"/>
                </a:lnTo>
                <a:lnTo>
                  <a:pt x="4680" y="335"/>
                </a:lnTo>
                <a:lnTo>
                  <a:pt x="4584" y="289"/>
                </a:lnTo>
                <a:lnTo>
                  <a:pt x="4488" y="247"/>
                </a:lnTo>
                <a:lnTo>
                  <a:pt x="4389" y="209"/>
                </a:lnTo>
                <a:lnTo>
                  <a:pt x="4290" y="173"/>
                </a:lnTo>
                <a:lnTo>
                  <a:pt x="4189" y="141"/>
                </a:lnTo>
                <a:lnTo>
                  <a:pt x="4088" y="111"/>
                </a:lnTo>
                <a:lnTo>
                  <a:pt x="3985" y="86"/>
                </a:lnTo>
                <a:lnTo>
                  <a:pt x="3882" y="63"/>
                </a:lnTo>
                <a:lnTo>
                  <a:pt x="3777" y="44"/>
                </a:lnTo>
                <a:lnTo>
                  <a:pt x="3672" y="28"/>
                </a:lnTo>
                <a:lnTo>
                  <a:pt x="3566" y="16"/>
                </a:lnTo>
                <a:lnTo>
                  <a:pt x="3460" y="7"/>
                </a:lnTo>
                <a:lnTo>
                  <a:pt x="3353" y="2"/>
                </a:lnTo>
                <a:lnTo>
                  <a:pt x="3246" y="0"/>
                </a:lnTo>
                <a:lnTo>
                  <a:pt x="3138" y="2"/>
                </a:lnTo>
                <a:lnTo>
                  <a:pt x="3031" y="7"/>
                </a:lnTo>
                <a:lnTo>
                  <a:pt x="2925" y="16"/>
                </a:lnTo>
                <a:lnTo>
                  <a:pt x="2819" y="28"/>
                </a:lnTo>
                <a:lnTo>
                  <a:pt x="2714" y="44"/>
                </a:lnTo>
                <a:lnTo>
                  <a:pt x="2609" y="63"/>
                </a:lnTo>
                <a:lnTo>
                  <a:pt x="2506" y="86"/>
                </a:lnTo>
                <a:lnTo>
                  <a:pt x="2403" y="111"/>
                </a:lnTo>
                <a:lnTo>
                  <a:pt x="2302" y="141"/>
                </a:lnTo>
                <a:lnTo>
                  <a:pt x="2201" y="173"/>
                </a:lnTo>
                <a:lnTo>
                  <a:pt x="2102" y="209"/>
                </a:lnTo>
                <a:lnTo>
                  <a:pt x="2003" y="247"/>
                </a:lnTo>
                <a:lnTo>
                  <a:pt x="1907" y="289"/>
                </a:lnTo>
                <a:lnTo>
                  <a:pt x="1811" y="335"/>
                </a:lnTo>
                <a:lnTo>
                  <a:pt x="1717" y="383"/>
                </a:lnTo>
                <a:lnTo>
                  <a:pt x="1625" y="434"/>
                </a:lnTo>
                <a:lnTo>
                  <a:pt x="1534" y="489"/>
                </a:lnTo>
                <a:lnTo>
                  <a:pt x="1445" y="546"/>
                </a:lnTo>
                <a:lnTo>
                  <a:pt x="1357" y="606"/>
                </a:lnTo>
                <a:lnTo>
                  <a:pt x="1272" y="670"/>
                </a:lnTo>
                <a:lnTo>
                  <a:pt x="1189" y="736"/>
                </a:lnTo>
                <a:lnTo>
                  <a:pt x="1107" y="805"/>
                </a:lnTo>
                <a:lnTo>
                  <a:pt x="1028" y="877"/>
                </a:lnTo>
                <a:lnTo>
                  <a:pt x="950" y="951"/>
                </a:lnTo>
                <a:lnTo>
                  <a:pt x="876" y="1029"/>
                </a:lnTo>
                <a:lnTo>
                  <a:pt x="804" y="1108"/>
                </a:lnTo>
                <a:lnTo>
                  <a:pt x="735" y="1190"/>
                </a:lnTo>
                <a:lnTo>
                  <a:pt x="669" y="1273"/>
                </a:lnTo>
                <a:lnTo>
                  <a:pt x="605" y="1359"/>
                </a:lnTo>
                <a:lnTo>
                  <a:pt x="545" y="1446"/>
                </a:lnTo>
                <a:lnTo>
                  <a:pt x="488" y="1535"/>
                </a:lnTo>
                <a:lnTo>
                  <a:pt x="433" y="1626"/>
                </a:lnTo>
                <a:lnTo>
                  <a:pt x="382" y="1719"/>
                </a:lnTo>
                <a:lnTo>
                  <a:pt x="334" y="1813"/>
                </a:lnTo>
                <a:lnTo>
                  <a:pt x="289" y="1908"/>
                </a:lnTo>
                <a:lnTo>
                  <a:pt x="247" y="2005"/>
                </a:lnTo>
                <a:lnTo>
                  <a:pt x="208" y="2103"/>
                </a:lnTo>
                <a:lnTo>
                  <a:pt x="172" y="2203"/>
                </a:lnTo>
                <a:lnTo>
                  <a:pt x="140" y="2303"/>
                </a:lnTo>
                <a:lnTo>
                  <a:pt x="111" y="2405"/>
                </a:lnTo>
                <a:lnTo>
                  <a:pt x="85" y="2508"/>
                </a:lnTo>
                <a:lnTo>
                  <a:pt x="63" y="2611"/>
                </a:lnTo>
                <a:lnTo>
                  <a:pt x="44" y="2716"/>
                </a:lnTo>
                <a:lnTo>
                  <a:pt x="28" y="2821"/>
                </a:lnTo>
                <a:lnTo>
                  <a:pt x="16" y="2927"/>
                </a:lnTo>
                <a:lnTo>
                  <a:pt x="7" y="3033"/>
                </a:lnTo>
                <a:lnTo>
                  <a:pt x="2" y="3140"/>
                </a:lnTo>
                <a:lnTo>
                  <a:pt x="0" y="3248"/>
                </a:lnTo>
                <a:lnTo>
                  <a:pt x="2" y="3355"/>
                </a:lnTo>
                <a:lnTo>
                  <a:pt x="7" y="3462"/>
                </a:lnTo>
                <a:lnTo>
                  <a:pt x="16" y="3569"/>
                </a:lnTo>
                <a:lnTo>
                  <a:pt x="28" y="3675"/>
                </a:lnTo>
                <a:lnTo>
                  <a:pt x="44" y="3780"/>
                </a:lnTo>
                <a:lnTo>
                  <a:pt x="63" y="3884"/>
                </a:lnTo>
                <a:lnTo>
                  <a:pt x="85" y="3988"/>
                </a:lnTo>
                <a:lnTo>
                  <a:pt x="111" y="4091"/>
                </a:lnTo>
                <a:lnTo>
                  <a:pt x="140" y="4192"/>
                </a:lnTo>
                <a:lnTo>
                  <a:pt x="172" y="4293"/>
                </a:lnTo>
                <a:lnTo>
                  <a:pt x="208" y="4392"/>
                </a:lnTo>
                <a:lnTo>
                  <a:pt x="247" y="4491"/>
                </a:lnTo>
                <a:lnTo>
                  <a:pt x="289" y="4588"/>
                </a:lnTo>
                <a:lnTo>
                  <a:pt x="334" y="4683"/>
                </a:lnTo>
                <a:lnTo>
                  <a:pt x="382" y="4777"/>
                </a:lnTo>
                <a:lnTo>
                  <a:pt x="433" y="4870"/>
                </a:lnTo>
                <a:lnTo>
                  <a:pt x="488" y="4961"/>
                </a:lnTo>
                <a:lnTo>
                  <a:pt x="545" y="5050"/>
                </a:lnTo>
                <a:lnTo>
                  <a:pt x="605" y="5137"/>
                </a:lnTo>
                <a:lnTo>
                  <a:pt x="669" y="5223"/>
                </a:lnTo>
                <a:lnTo>
                  <a:pt x="735" y="5306"/>
                </a:lnTo>
                <a:lnTo>
                  <a:pt x="804" y="5388"/>
                </a:lnTo>
                <a:lnTo>
                  <a:pt x="876" y="5467"/>
                </a:lnTo>
                <a:lnTo>
                  <a:pt x="950" y="5544"/>
                </a:lnTo>
                <a:lnTo>
                  <a:pt x="1028" y="5619"/>
                </a:lnTo>
                <a:lnTo>
                  <a:pt x="1107" y="5691"/>
                </a:lnTo>
                <a:lnTo>
                  <a:pt x="1189" y="5760"/>
                </a:lnTo>
                <a:lnTo>
                  <a:pt x="1272" y="5826"/>
                </a:lnTo>
                <a:lnTo>
                  <a:pt x="1357" y="5890"/>
                </a:lnTo>
                <a:lnTo>
                  <a:pt x="1445" y="5950"/>
                </a:lnTo>
                <a:lnTo>
                  <a:pt x="1534" y="6007"/>
                </a:lnTo>
                <a:lnTo>
                  <a:pt x="1625" y="6062"/>
                </a:lnTo>
                <a:lnTo>
                  <a:pt x="1717" y="6113"/>
                </a:lnTo>
                <a:lnTo>
                  <a:pt x="1811" y="6161"/>
                </a:lnTo>
                <a:lnTo>
                  <a:pt x="1907" y="6206"/>
                </a:lnTo>
                <a:lnTo>
                  <a:pt x="2003" y="6248"/>
                </a:lnTo>
                <a:lnTo>
                  <a:pt x="2102" y="6287"/>
                </a:lnTo>
                <a:lnTo>
                  <a:pt x="2201" y="6323"/>
                </a:lnTo>
                <a:lnTo>
                  <a:pt x="2302" y="6355"/>
                </a:lnTo>
                <a:lnTo>
                  <a:pt x="2403" y="6384"/>
                </a:lnTo>
                <a:lnTo>
                  <a:pt x="2506" y="6410"/>
                </a:lnTo>
                <a:lnTo>
                  <a:pt x="2609" y="6433"/>
                </a:lnTo>
                <a:lnTo>
                  <a:pt x="2714" y="6452"/>
                </a:lnTo>
                <a:lnTo>
                  <a:pt x="2819" y="6467"/>
                </a:lnTo>
                <a:lnTo>
                  <a:pt x="2925" y="6480"/>
                </a:lnTo>
                <a:lnTo>
                  <a:pt x="3031" y="6488"/>
                </a:lnTo>
                <a:lnTo>
                  <a:pt x="3138" y="6494"/>
                </a:lnTo>
                <a:lnTo>
                  <a:pt x="3246" y="6496"/>
                </a:lnTo>
                <a:close/>
              </a:path>
            </a:pathLst>
          </a:custGeom>
          <a:solidFill>
            <a:srgbClr val="315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ector_26"/>
          <p:cNvSpPr/>
          <p:nvPr/>
        </p:nvSpPr>
        <p:spPr>
          <a:xfrm>
            <a:off x="3833916" y="1773792"/>
            <a:ext cx="6491" cy="6496"/>
          </a:xfrm>
          <a:custGeom>
            <a:avLst/>
            <a:gdLst/>
            <a:ahLst/>
            <a:cxnLst/>
            <a:rect l="l" t="t" r="r" b="b"/>
            <a:pathLst>
              <a:path w="6491" h="6496">
                <a:moveTo>
                  <a:pt x="3245" y="6496"/>
                </a:moveTo>
                <a:lnTo>
                  <a:pt x="3353" y="6494"/>
                </a:lnTo>
                <a:lnTo>
                  <a:pt x="3460" y="6488"/>
                </a:lnTo>
                <a:lnTo>
                  <a:pt x="3566" y="6480"/>
                </a:lnTo>
                <a:lnTo>
                  <a:pt x="3672" y="6467"/>
                </a:lnTo>
                <a:lnTo>
                  <a:pt x="3777" y="6452"/>
                </a:lnTo>
                <a:lnTo>
                  <a:pt x="3882" y="6433"/>
                </a:lnTo>
                <a:lnTo>
                  <a:pt x="3985" y="6410"/>
                </a:lnTo>
                <a:lnTo>
                  <a:pt x="4088" y="6384"/>
                </a:lnTo>
                <a:lnTo>
                  <a:pt x="4189" y="6355"/>
                </a:lnTo>
                <a:lnTo>
                  <a:pt x="4290" y="6323"/>
                </a:lnTo>
                <a:lnTo>
                  <a:pt x="4389" y="6287"/>
                </a:lnTo>
                <a:lnTo>
                  <a:pt x="4488" y="6248"/>
                </a:lnTo>
                <a:lnTo>
                  <a:pt x="4584" y="6206"/>
                </a:lnTo>
                <a:lnTo>
                  <a:pt x="4680" y="6161"/>
                </a:lnTo>
                <a:lnTo>
                  <a:pt x="4774" y="6113"/>
                </a:lnTo>
                <a:lnTo>
                  <a:pt x="4866" y="6062"/>
                </a:lnTo>
                <a:lnTo>
                  <a:pt x="4957" y="6007"/>
                </a:lnTo>
                <a:lnTo>
                  <a:pt x="5046" y="5950"/>
                </a:lnTo>
                <a:lnTo>
                  <a:pt x="5134" y="5890"/>
                </a:lnTo>
                <a:lnTo>
                  <a:pt x="5219" y="5826"/>
                </a:lnTo>
                <a:lnTo>
                  <a:pt x="5302" y="5760"/>
                </a:lnTo>
                <a:lnTo>
                  <a:pt x="5384" y="5691"/>
                </a:lnTo>
                <a:lnTo>
                  <a:pt x="5463" y="5619"/>
                </a:lnTo>
                <a:lnTo>
                  <a:pt x="5541" y="5544"/>
                </a:lnTo>
                <a:lnTo>
                  <a:pt x="5615" y="5467"/>
                </a:lnTo>
                <a:lnTo>
                  <a:pt x="5687" y="5388"/>
                </a:lnTo>
                <a:lnTo>
                  <a:pt x="5756" y="5306"/>
                </a:lnTo>
                <a:lnTo>
                  <a:pt x="5822" y="5223"/>
                </a:lnTo>
                <a:lnTo>
                  <a:pt x="5886" y="5137"/>
                </a:lnTo>
                <a:lnTo>
                  <a:pt x="5946" y="5050"/>
                </a:lnTo>
                <a:lnTo>
                  <a:pt x="6003" y="4961"/>
                </a:lnTo>
                <a:lnTo>
                  <a:pt x="6058" y="4870"/>
                </a:lnTo>
                <a:lnTo>
                  <a:pt x="6109" y="4777"/>
                </a:lnTo>
                <a:lnTo>
                  <a:pt x="6157" y="4683"/>
                </a:lnTo>
                <a:lnTo>
                  <a:pt x="6202" y="4588"/>
                </a:lnTo>
                <a:lnTo>
                  <a:pt x="6244" y="4491"/>
                </a:lnTo>
                <a:lnTo>
                  <a:pt x="6283" y="4392"/>
                </a:lnTo>
                <a:lnTo>
                  <a:pt x="6319" y="4293"/>
                </a:lnTo>
                <a:lnTo>
                  <a:pt x="6351" y="4192"/>
                </a:lnTo>
                <a:lnTo>
                  <a:pt x="6380" y="4091"/>
                </a:lnTo>
                <a:lnTo>
                  <a:pt x="6406" y="3988"/>
                </a:lnTo>
                <a:lnTo>
                  <a:pt x="6428" y="3884"/>
                </a:lnTo>
                <a:lnTo>
                  <a:pt x="6447" y="3780"/>
                </a:lnTo>
                <a:lnTo>
                  <a:pt x="6463" y="3675"/>
                </a:lnTo>
                <a:lnTo>
                  <a:pt x="6475" y="3569"/>
                </a:lnTo>
                <a:lnTo>
                  <a:pt x="6484" y="3462"/>
                </a:lnTo>
                <a:lnTo>
                  <a:pt x="6489" y="3355"/>
                </a:lnTo>
                <a:lnTo>
                  <a:pt x="6491" y="3248"/>
                </a:lnTo>
                <a:lnTo>
                  <a:pt x="6489" y="3140"/>
                </a:lnTo>
                <a:lnTo>
                  <a:pt x="6484" y="3033"/>
                </a:lnTo>
                <a:lnTo>
                  <a:pt x="6475" y="2927"/>
                </a:lnTo>
                <a:lnTo>
                  <a:pt x="6463" y="2821"/>
                </a:lnTo>
                <a:lnTo>
                  <a:pt x="6447" y="2716"/>
                </a:lnTo>
                <a:lnTo>
                  <a:pt x="6428" y="2611"/>
                </a:lnTo>
                <a:lnTo>
                  <a:pt x="6406" y="2508"/>
                </a:lnTo>
                <a:lnTo>
                  <a:pt x="6380" y="2405"/>
                </a:lnTo>
                <a:lnTo>
                  <a:pt x="6351" y="2303"/>
                </a:lnTo>
                <a:lnTo>
                  <a:pt x="6319" y="2203"/>
                </a:lnTo>
                <a:lnTo>
                  <a:pt x="6283" y="2103"/>
                </a:lnTo>
                <a:lnTo>
                  <a:pt x="6244" y="2005"/>
                </a:lnTo>
                <a:lnTo>
                  <a:pt x="6202" y="1908"/>
                </a:lnTo>
                <a:lnTo>
                  <a:pt x="6157" y="1813"/>
                </a:lnTo>
                <a:lnTo>
                  <a:pt x="6109" y="1719"/>
                </a:lnTo>
                <a:lnTo>
                  <a:pt x="6058" y="1626"/>
                </a:lnTo>
                <a:lnTo>
                  <a:pt x="6003" y="1535"/>
                </a:lnTo>
                <a:lnTo>
                  <a:pt x="5946" y="1446"/>
                </a:lnTo>
                <a:lnTo>
                  <a:pt x="5886" y="1359"/>
                </a:lnTo>
                <a:lnTo>
                  <a:pt x="5822" y="1273"/>
                </a:lnTo>
                <a:lnTo>
                  <a:pt x="5756" y="1190"/>
                </a:lnTo>
                <a:lnTo>
                  <a:pt x="5687" y="1108"/>
                </a:lnTo>
                <a:lnTo>
                  <a:pt x="5615" y="1029"/>
                </a:lnTo>
                <a:lnTo>
                  <a:pt x="5541" y="951"/>
                </a:lnTo>
                <a:lnTo>
                  <a:pt x="5463" y="877"/>
                </a:lnTo>
                <a:lnTo>
                  <a:pt x="5384" y="805"/>
                </a:lnTo>
                <a:lnTo>
                  <a:pt x="5302" y="736"/>
                </a:lnTo>
                <a:lnTo>
                  <a:pt x="5219" y="670"/>
                </a:lnTo>
                <a:lnTo>
                  <a:pt x="5134" y="606"/>
                </a:lnTo>
                <a:lnTo>
                  <a:pt x="5046" y="546"/>
                </a:lnTo>
                <a:lnTo>
                  <a:pt x="4957" y="489"/>
                </a:lnTo>
                <a:lnTo>
                  <a:pt x="4866" y="434"/>
                </a:lnTo>
                <a:lnTo>
                  <a:pt x="4774" y="383"/>
                </a:lnTo>
                <a:lnTo>
                  <a:pt x="4680" y="335"/>
                </a:lnTo>
                <a:lnTo>
                  <a:pt x="4584" y="289"/>
                </a:lnTo>
                <a:lnTo>
                  <a:pt x="4488" y="247"/>
                </a:lnTo>
                <a:lnTo>
                  <a:pt x="4389" y="209"/>
                </a:lnTo>
                <a:lnTo>
                  <a:pt x="4290" y="173"/>
                </a:lnTo>
                <a:lnTo>
                  <a:pt x="4189" y="141"/>
                </a:lnTo>
                <a:lnTo>
                  <a:pt x="4088" y="111"/>
                </a:lnTo>
                <a:lnTo>
                  <a:pt x="3985" y="86"/>
                </a:lnTo>
                <a:lnTo>
                  <a:pt x="3882" y="63"/>
                </a:lnTo>
                <a:lnTo>
                  <a:pt x="3777" y="44"/>
                </a:lnTo>
                <a:lnTo>
                  <a:pt x="3672" y="28"/>
                </a:lnTo>
                <a:lnTo>
                  <a:pt x="3566" y="16"/>
                </a:lnTo>
                <a:lnTo>
                  <a:pt x="3460" y="7"/>
                </a:lnTo>
                <a:lnTo>
                  <a:pt x="3353" y="2"/>
                </a:lnTo>
                <a:lnTo>
                  <a:pt x="3245" y="0"/>
                </a:lnTo>
                <a:lnTo>
                  <a:pt x="3138" y="2"/>
                </a:lnTo>
                <a:lnTo>
                  <a:pt x="3031" y="7"/>
                </a:lnTo>
                <a:lnTo>
                  <a:pt x="2925" y="16"/>
                </a:lnTo>
                <a:lnTo>
                  <a:pt x="2819" y="28"/>
                </a:lnTo>
                <a:lnTo>
                  <a:pt x="2714" y="44"/>
                </a:lnTo>
                <a:lnTo>
                  <a:pt x="2609" y="63"/>
                </a:lnTo>
                <a:lnTo>
                  <a:pt x="2506" y="86"/>
                </a:lnTo>
                <a:lnTo>
                  <a:pt x="2403" y="111"/>
                </a:lnTo>
                <a:lnTo>
                  <a:pt x="2302" y="141"/>
                </a:lnTo>
                <a:lnTo>
                  <a:pt x="2201" y="173"/>
                </a:lnTo>
                <a:lnTo>
                  <a:pt x="2102" y="209"/>
                </a:lnTo>
                <a:lnTo>
                  <a:pt x="2003" y="247"/>
                </a:lnTo>
                <a:lnTo>
                  <a:pt x="1907" y="289"/>
                </a:lnTo>
                <a:lnTo>
                  <a:pt x="1811" y="335"/>
                </a:lnTo>
                <a:lnTo>
                  <a:pt x="1717" y="383"/>
                </a:lnTo>
                <a:lnTo>
                  <a:pt x="1625" y="434"/>
                </a:lnTo>
                <a:lnTo>
                  <a:pt x="1534" y="489"/>
                </a:lnTo>
                <a:lnTo>
                  <a:pt x="1445" y="546"/>
                </a:lnTo>
                <a:lnTo>
                  <a:pt x="1357" y="606"/>
                </a:lnTo>
                <a:lnTo>
                  <a:pt x="1272" y="670"/>
                </a:lnTo>
                <a:lnTo>
                  <a:pt x="1188" y="736"/>
                </a:lnTo>
                <a:lnTo>
                  <a:pt x="1107" y="805"/>
                </a:lnTo>
                <a:lnTo>
                  <a:pt x="1028" y="877"/>
                </a:lnTo>
                <a:lnTo>
                  <a:pt x="950" y="951"/>
                </a:lnTo>
                <a:lnTo>
                  <a:pt x="876" y="1029"/>
                </a:lnTo>
                <a:lnTo>
                  <a:pt x="804" y="1108"/>
                </a:lnTo>
                <a:lnTo>
                  <a:pt x="735" y="1190"/>
                </a:lnTo>
                <a:lnTo>
                  <a:pt x="669" y="1273"/>
                </a:lnTo>
                <a:lnTo>
                  <a:pt x="605" y="1359"/>
                </a:lnTo>
                <a:lnTo>
                  <a:pt x="545" y="1446"/>
                </a:lnTo>
                <a:lnTo>
                  <a:pt x="488" y="1535"/>
                </a:lnTo>
                <a:lnTo>
                  <a:pt x="433" y="1626"/>
                </a:lnTo>
                <a:lnTo>
                  <a:pt x="382" y="1719"/>
                </a:lnTo>
                <a:lnTo>
                  <a:pt x="334" y="1813"/>
                </a:lnTo>
                <a:lnTo>
                  <a:pt x="289" y="1908"/>
                </a:lnTo>
                <a:lnTo>
                  <a:pt x="247" y="2005"/>
                </a:lnTo>
                <a:lnTo>
                  <a:pt x="208" y="2103"/>
                </a:lnTo>
                <a:lnTo>
                  <a:pt x="172" y="2203"/>
                </a:lnTo>
                <a:lnTo>
                  <a:pt x="140" y="2303"/>
                </a:lnTo>
                <a:lnTo>
                  <a:pt x="111" y="2405"/>
                </a:lnTo>
                <a:lnTo>
                  <a:pt x="85" y="2508"/>
                </a:lnTo>
                <a:lnTo>
                  <a:pt x="63" y="2611"/>
                </a:lnTo>
                <a:lnTo>
                  <a:pt x="44" y="2716"/>
                </a:lnTo>
                <a:lnTo>
                  <a:pt x="28" y="2821"/>
                </a:lnTo>
                <a:lnTo>
                  <a:pt x="16" y="2927"/>
                </a:lnTo>
                <a:lnTo>
                  <a:pt x="7" y="3033"/>
                </a:lnTo>
                <a:lnTo>
                  <a:pt x="2" y="3140"/>
                </a:lnTo>
                <a:lnTo>
                  <a:pt x="0" y="3248"/>
                </a:lnTo>
                <a:lnTo>
                  <a:pt x="2" y="3355"/>
                </a:lnTo>
                <a:lnTo>
                  <a:pt x="7" y="3462"/>
                </a:lnTo>
                <a:lnTo>
                  <a:pt x="16" y="3569"/>
                </a:lnTo>
                <a:lnTo>
                  <a:pt x="28" y="3675"/>
                </a:lnTo>
                <a:lnTo>
                  <a:pt x="44" y="3780"/>
                </a:lnTo>
                <a:lnTo>
                  <a:pt x="63" y="3884"/>
                </a:lnTo>
                <a:lnTo>
                  <a:pt x="85" y="3988"/>
                </a:lnTo>
                <a:lnTo>
                  <a:pt x="111" y="4091"/>
                </a:lnTo>
                <a:lnTo>
                  <a:pt x="140" y="4192"/>
                </a:lnTo>
                <a:lnTo>
                  <a:pt x="172" y="4293"/>
                </a:lnTo>
                <a:lnTo>
                  <a:pt x="208" y="4392"/>
                </a:lnTo>
                <a:lnTo>
                  <a:pt x="247" y="4491"/>
                </a:lnTo>
                <a:lnTo>
                  <a:pt x="289" y="4588"/>
                </a:lnTo>
                <a:lnTo>
                  <a:pt x="334" y="4683"/>
                </a:lnTo>
                <a:lnTo>
                  <a:pt x="382" y="4777"/>
                </a:lnTo>
                <a:lnTo>
                  <a:pt x="433" y="4870"/>
                </a:lnTo>
                <a:lnTo>
                  <a:pt x="488" y="4961"/>
                </a:lnTo>
                <a:lnTo>
                  <a:pt x="545" y="5050"/>
                </a:lnTo>
                <a:lnTo>
                  <a:pt x="605" y="5137"/>
                </a:lnTo>
                <a:lnTo>
                  <a:pt x="669" y="5223"/>
                </a:lnTo>
                <a:lnTo>
                  <a:pt x="735" y="5306"/>
                </a:lnTo>
                <a:lnTo>
                  <a:pt x="804" y="5388"/>
                </a:lnTo>
                <a:lnTo>
                  <a:pt x="876" y="5467"/>
                </a:lnTo>
                <a:lnTo>
                  <a:pt x="950" y="5544"/>
                </a:lnTo>
                <a:lnTo>
                  <a:pt x="1028" y="5619"/>
                </a:lnTo>
                <a:lnTo>
                  <a:pt x="1107" y="5691"/>
                </a:lnTo>
                <a:lnTo>
                  <a:pt x="1188" y="5760"/>
                </a:lnTo>
                <a:lnTo>
                  <a:pt x="1272" y="5826"/>
                </a:lnTo>
                <a:lnTo>
                  <a:pt x="1357" y="5890"/>
                </a:lnTo>
                <a:lnTo>
                  <a:pt x="1445" y="5950"/>
                </a:lnTo>
                <a:lnTo>
                  <a:pt x="1534" y="6007"/>
                </a:lnTo>
                <a:lnTo>
                  <a:pt x="1625" y="6062"/>
                </a:lnTo>
                <a:lnTo>
                  <a:pt x="1717" y="6113"/>
                </a:lnTo>
                <a:lnTo>
                  <a:pt x="1811" y="6161"/>
                </a:lnTo>
                <a:lnTo>
                  <a:pt x="1907" y="6206"/>
                </a:lnTo>
                <a:lnTo>
                  <a:pt x="2003" y="6248"/>
                </a:lnTo>
                <a:lnTo>
                  <a:pt x="2102" y="6287"/>
                </a:lnTo>
                <a:lnTo>
                  <a:pt x="2201" y="6323"/>
                </a:lnTo>
                <a:lnTo>
                  <a:pt x="2302" y="6355"/>
                </a:lnTo>
                <a:lnTo>
                  <a:pt x="2403" y="6384"/>
                </a:lnTo>
                <a:lnTo>
                  <a:pt x="2506" y="6410"/>
                </a:lnTo>
                <a:lnTo>
                  <a:pt x="2609" y="6433"/>
                </a:lnTo>
                <a:lnTo>
                  <a:pt x="2714" y="6452"/>
                </a:lnTo>
                <a:lnTo>
                  <a:pt x="2819" y="6467"/>
                </a:lnTo>
                <a:lnTo>
                  <a:pt x="2925" y="6480"/>
                </a:lnTo>
                <a:lnTo>
                  <a:pt x="3031" y="6488"/>
                </a:lnTo>
                <a:lnTo>
                  <a:pt x="3138" y="6494"/>
                </a:lnTo>
                <a:lnTo>
                  <a:pt x="3245" y="6496"/>
                </a:lnTo>
                <a:close/>
              </a:path>
            </a:pathLst>
          </a:custGeom>
          <a:solidFill>
            <a:srgbClr val="315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ector_27"/>
          <p:cNvSpPr/>
          <p:nvPr/>
        </p:nvSpPr>
        <p:spPr>
          <a:xfrm>
            <a:off x="3863969" y="1773792"/>
            <a:ext cx="6491" cy="6496"/>
          </a:xfrm>
          <a:custGeom>
            <a:avLst/>
            <a:gdLst/>
            <a:ahLst/>
            <a:cxnLst/>
            <a:rect l="l" t="t" r="r" b="b"/>
            <a:pathLst>
              <a:path w="6491" h="6496">
                <a:moveTo>
                  <a:pt x="3245" y="6496"/>
                </a:moveTo>
                <a:lnTo>
                  <a:pt x="3353" y="6494"/>
                </a:lnTo>
                <a:lnTo>
                  <a:pt x="3460" y="6488"/>
                </a:lnTo>
                <a:lnTo>
                  <a:pt x="3566" y="6480"/>
                </a:lnTo>
                <a:lnTo>
                  <a:pt x="3672" y="6467"/>
                </a:lnTo>
                <a:lnTo>
                  <a:pt x="3777" y="6452"/>
                </a:lnTo>
                <a:lnTo>
                  <a:pt x="3882" y="6433"/>
                </a:lnTo>
                <a:lnTo>
                  <a:pt x="3985" y="6410"/>
                </a:lnTo>
                <a:lnTo>
                  <a:pt x="4088" y="6384"/>
                </a:lnTo>
                <a:lnTo>
                  <a:pt x="4189" y="6355"/>
                </a:lnTo>
                <a:lnTo>
                  <a:pt x="4290" y="6323"/>
                </a:lnTo>
                <a:lnTo>
                  <a:pt x="4389" y="6287"/>
                </a:lnTo>
                <a:lnTo>
                  <a:pt x="4488" y="6248"/>
                </a:lnTo>
                <a:lnTo>
                  <a:pt x="4584" y="6206"/>
                </a:lnTo>
                <a:lnTo>
                  <a:pt x="4680" y="6161"/>
                </a:lnTo>
                <a:lnTo>
                  <a:pt x="4774" y="6113"/>
                </a:lnTo>
                <a:lnTo>
                  <a:pt x="4866" y="6062"/>
                </a:lnTo>
                <a:lnTo>
                  <a:pt x="4957" y="6007"/>
                </a:lnTo>
                <a:lnTo>
                  <a:pt x="5046" y="5950"/>
                </a:lnTo>
                <a:lnTo>
                  <a:pt x="5134" y="5890"/>
                </a:lnTo>
                <a:lnTo>
                  <a:pt x="5219" y="5826"/>
                </a:lnTo>
                <a:lnTo>
                  <a:pt x="5302" y="5760"/>
                </a:lnTo>
                <a:lnTo>
                  <a:pt x="5384" y="5691"/>
                </a:lnTo>
                <a:lnTo>
                  <a:pt x="5463" y="5619"/>
                </a:lnTo>
                <a:lnTo>
                  <a:pt x="5541" y="5544"/>
                </a:lnTo>
                <a:lnTo>
                  <a:pt x="5615" y="5467"/>
                </a:lnTo>
                <a:lnTo>
                  <a:pt x="5687" y="5388"/>
                </a:lnTo>
                <a:lnTo>
                  <a:pt x="5756" y="5306"/>
                </a:lnTo>
                <a:lnTo>
                  <a:pt x="5822" y="5223"/>
                </a:lnTo>
                <a:lnTo>
                  <a:pt x="5886" y="5137"/>
                </a:lnTo>
                <a:lnTo>
                  <a:pt x="5946" y="5050"/>
                </a:lnTo>
                <a:lnTo>
                  <a:pt x="6003" y="4961"/>
                </a:lnTo>
                <a:lnTo>
                  <a:pt x="6058" y="4870"/>
                </a:lnTo>
                <a:lnTo>
                  <a:pt x="6109" y="4777"/>
                </a:lnTo>
                <a:lnTo>
                  <a:pt x="6157" y="4683"/>
                </a:lnTo>
                <a:lnTo>
                  <a:pt x="6202" y="4588"/>
                </a:lnTo>
                <a:lnTo>
                  <a:pt x="6244" y="4491"/>
                </a:lnTo>
                <a:lnTo>
                  <a:pt x="6283" y="4392"/>
                </a:lnTo>
                <a:lnTo>
                  <a:pt x="6319" y="4293"/>
                </a:lnTo>
                <a:lnTo>
                  <a:pt x="6351" y="4192"/>
                </a:lnTo>
                <a:lnTo>
                  <a:pt x="6380" y="4091"/>
                </a:lnTo>
                <a:lnTo>
                  <a:pt x="6406" y="3988"/>
                </a:lnTo>
                <a:lnTo>
                  <a:pt x="6428" y="3884"/>
                </a:lnTo>
                <a:lnTo>
                  <a:pt x="6447" y="3780"/>
                </a:lnTo>
                <a:lnTo>
                  <a:pt x="6463" y="3675"/>
                </a:lnTo>
                <a:lnTo>
                  <a:pt x="6475" y="3569"/>
                </a:lnTo>
                <a:lnTo>
                  <a:pt x="6484" y="3462"/>
                </a:lnTo>
                <a:lnTo>
                  <a:pt x="6489" y="3355"/>
                </a:lnTo>
                <a:lnTo>
                  <a:pt x="6491" y="3248"/>
                </a:lnTo>
                <a:lnTo>
                  <a:pt x="6489" y="3140"/>
                </a:lnTo>
                <a:lnTo>
                  <a:pt x="6484" y="3033"/>
                </a:lnTo>
                <a:lnTo>
                  <a:pt x="6475" y="2927"/>
                </a:lnTo>
                <a:lnTo>
                  <a:pt x="6463" y="2821"/>
                </a:lnTo>
                <a:lnTo>
                  <a:pt x="6447" y="2716"/>
                </a:lnTo>
                <a:lnTo>
                  <a:pt x="6428" y="2611"/>
                </a:lnTo>
                <a:lnTo>
                  <a:pt x="6406" y="2508"/>
                </a:lnTo>
                <a:lnTo>
                  <a:pt x="6380" y="2405"/>
                </a:lnTo>
                <a:lnTo>
                  <a:pt x="6351" y="2303"/>
                </a:lnTo>
                <a:lnTo>
                  <a:pt x="6319" y="2203"/>
                </a:lnTo>
                <a:lnTo>
                  <a:pt x="6283" y="2103"/>
                </a:lnTo>
                <a:lnTo>
                  <a:pt x="6244" y="2005"/>
                </a:lnTo>
                <a:lnTo>
                  <a:pt x="6202" y="1908"/>
                </a:lnTo>
                <a:lnTo>
                  <a:pt x="6157" y="1813"/>
                </a:lnTo>
                <a:lnTo>
                  <a:pt x="6109" y="1719"/>
                </a:lnTo>
                <a:lnTo>
                  <a:pt x="6058" y="1626"/>
                </a:lnTo>
                <a:lnTo>
                  <a:pt x="6003" y="1535"/>
                </a:lnTo>
                <a:lnTo>
                  <a:pt x="5946" y="1446"/>
                </a:lnTo>
                <a:lnTo>
                  <a:pt x="5886" y="1359"/>
                </a:lnTo>
                <a:lnTo>
                  <a:pt x="5822" y="1273"/>
                </a:lnTo>
                <a:lnTo>
                  <a:pt x="5756" y="1190"/>
                </a:lnTo>
                <a:lnTo>
                  <a:pt x="5687" y="1108"/>
                </a:lnTo>
                <a:lnTo>
                  <a:pt x="5615" y="1029"/>
                </a:lnTo>
                <a:lnTo>
                  <a:pt x="5541" y="951"/>
                </a:lnTo>
                <a:lnTo>
                  <a:pt x="5463" y="877"/>
                </a:lnTo>
                <a:lnTo>
                  <a:pt x="5384" y="805"/>
                </a:lnTo>
                <a:lnTo>
                  <a:pt x="5302" y="736"/>
                </a:lnTo>
                <a:lnTo>
                  <a:pt x="5219" y="670"/>
                </a:lnTo>
                <a:lnTo>
                  <a:pt x="5134" y="606"/>
                </a:lnTo>
                <a:lnTo>
                  <a:pt x="5046" y="546"/>
                </a:lnTo>
                <a:lnTo>
                  <a:pt x="4957" y="489"/>
                </a:lnTo>
                <a:lnTo>
                  <a:pt x="4866" y="434"/>
                </a:lnTo>
                <a:lnTo>
                  <a:pt x="4774" y="383"/>
                </a:lnTo>
                <a:lnTo>
                  <a:pt x="4680" y="335"/>
                </a:lnTo>
                <a:lnTo>
                  <a:pt x="4584" y="289"/>
                </a:lnTo>
                <a:lnTo>
                  <a:pt x="4488" y="247"/>
                </a:lnTo>
                <a:lnTo>
                  <a:pt x="4389" y="209"/>
                </a:lnTo>
                <a:lnTo>
                  <a:pt x="4290" y="173"/>
                </a:lnTo>
                <a:lnTo>
                  <a:pt x="4189" y="141"/>
                </a:lnTo>
                <a:lnTo>
                  <a:pt x="4088" y="111"/>
                </a:lnTo>
                <a:lnTo>
                  <a:pt x="3985" y="86"/>
                </a:lnTo>
                <a:lnTo>
                  <a:pt x="3882" y="63"/>
                </a:lnTo>
                <a:lnTo>
                  <a:pt x="3777" y="44"/>
                </a:lnTo>
                <a:lnTo>
                  <a:pt x="3672" y="28"/>
                </a:lnTo>
                <a:lnTo>
                  <a:pt x="3566" y="16"/>
                </a:lnTo>
                <a:lnTo>
                  <a:pt x="3460" y="7"/>
                </a:lnTo>
                <a:lnTo>
                  <a:pt x="3353" y="2"/>
                </a:lnTo>
                <a:lnTo>
                  <a:pt x="3245" y="0"/>
                </a:lnTo>
                <a:lnTo>
                  <a:pt x="3138" y="2"/>
                </a:lnTo>
                <a:lnTo>
                  <a:pt x="3031" y="7"/>
                </a:lnTo>
                <a:lnTo>
                  <a:pt x="2925" y="16"/>
                </a:lnTo>
                <a:lnTo>
                  <a:pt x="2819" y="28"/>
                </a:lnTo>
                <a:lnTo>
                  <a:pt x="2714" y="44"/>
                </a:lnTo>
                <a:lnTo>
                  <a:pt x="2609" y="63"/>
                </a:lnTo>
                <a:lnTo>
                  <a:pt x="2506" y="86"/>
                </a:lnTo>
                <a:lnTo>
                  <a:pt x="2403" y="111"/>
                </a:lnTo>
                <a:lnTo>
                  <a:pt x="2301" y="141"/>
                </a:lnTo>
                <a:lnTo>
                  <a:pt x="2201" y="173"/>
                </a:lnTo>
                <a:lnTo>
                  <a:pt x="2102" y="209"/>
                </a:lnTo>
                <a:lnTo>
                  <a:pt x="2003" y="247"/>
                </a:lnTo>
                <a:lnTo>
                  <a:pt x="1907" y="289"/>
                </a:lnTo>
                <a:lnTo>
                  <a:pt x="1811" y="335"/>
                </a:lnTo>
                <a:lnTo>
                  <a:pt x="1717" y="383"/>
                </a:lnTo>
                <a:lnTo>
                  <a:pt x="1625" y="434"/>
                </a:lnTo>
                <a:lnTo>
                  <a:pt x="1534" y="489"/>
                </a:lnTo>
                <a:lnTo>
                  <a:pt x="1445" y="546"/>
                </a:lnTo>
                <a:lnTo>
                  <a:pt x="1357" y="606"/>
                </a:lnTo>
                <a:lnTo>
                  <a:pt x="1272" y="670"/>
                </a:lnTo>
                <a:lnTo>
                  <a:pt x="1188" y="736"/>
                </a:lnTo>
                <a:lnTo>
                  <a:pt x="1107" y="805"/>
                </a:lnTo>
                <a:lnTo>
                  <a:pt x="1028" y="877"/>
                </a:lnTo>
                <a:lnTo>
                  <a:pt x="950" y="951"/>
                </a:lnTo>
                <a:lnTo>
                  <a:pt x="876" y="1029"/>
                </a:lnTo>
                <a:lnTo>
                  <a:pt x="804" y="1108"/>
                </a:lnTo>
                <a:lnTo>
                  <a:pt x="735" y="1190"/>
                </a:lnTo>
                <a:lnTo>
                  <a:pt x="669" y="1273"/>
                </a:lnTo>
                <a:lnTo>
                  <a:pt x="605" y="1359"/>
                </a:lnTo>
                <a:lnTo>
                  <a:pt x="545" y="1446"/>
                </a:lnTo>
                <a:lnTo>
                  <a:pt x="488" y="1535"/>
                </a:lnTo>
                <a:lnTo>
                  <a:pt x="433" y="1626"/>
                </a:lnTo>
                <a:lnTo>
                  <a:pt x="382" y="1719"/>
                </a:lnTo>
                <a:lnTo>
                  <a:pt x="334" y="1813"/>
                </a:lnTo>
                <a:lnTo>
                  <a:pt x="289" y="1908"/>
                </a:lnTo>
                <a:lnTo>
                  <a:pt x="247" y="2005"/>
                </a:lnTo>
                <a:lnTo>
                  <a:pt x="208" y="2103"/>
                </a:lnTo>
                <a:lnTo>
                  <a:pt x="172" y="2203"/>
                </a:lnTo>
                <a:lnTo>
                  <a:pt x="140" y="2303"/>
                </a:lnTo>
                <a:lnTo>
                  <a:pt x="111" y="2405"/>
                </a:lnTo>
                <a:lnTo>
                  <a:pt x="85" y="2508"/>
                </a:lnTo>
                <a:lnTo>
                  <a:pt x="63" y="2611"/>
                </a:lnTo>
                <a:lnTo>
                  <a:pt x="44" y="2716"/>
                </a:lnTo>
                <a:lnTo>
                  <a:pt x="28" y="2821"/>
                </a:lnTo>
                <a:lnTo>
                  <a:pt x="16" y="2927"/>
                </a:lnTo>
                <a:lnTo>
                  <a:pt x="7" y="3033"/>
                </a:lnTo>
                <a:lnTo>
                  <a:pt x="2" y="3140"/>
                </a:lnTo>
                <a:lnTo>
                  <a:pt x="0" y="3248"/>
                </a:lnTo>
                <a:lnTo>
                  <a:pt x="2" y="3355"/>
                </a:lnTo>
                <a:lnTo>
                  <a:pt x="7" y="3462"/>
                </a:lnTo>
                <a:lnTo>
                  <a:pt x="16" y="3569"/>
                </a:lnTo>
                <a:lnTo>
                  <a:pt x="28" y="3675"/>
                </a:lnTo>
                <a:lnTo>
                  <a:pt x="44" y="3780"/>
                </a:lnTo>
                <a:lnTo>
                  <a:pt x="63" y="3884"/>
                </a:lnTo>
                <a:lnTo>
                  <a:pt x="85" y="3988"/>
                </a:lnTo>
                <a:lnTo>
                  <a:pt x="111" y="4091"/>
                </a:lnTo>
                <a:lnTo>
                  <a:pt x="140" y="4192"/>
                </a:lnTo>
                <a:lnTo>
                  <a:pt x="172" y="4293"/>
                </a:lnTo>
                <a:lnTo>
                  <a:pt x="208" y="4392"/>
                </a:lnTo>
                <a:lnTo>
                  <a:pt x="247" y="4491"/>
                </a:lnTo>
                <a:lnTo>
                  <a:pt x="289" y="4588"/>
                </a:lnTo>
                <a:lnTo>
                  <a:pt x="334" y="4683"/>
                </a:lnTo>
                <a:lnTo>
                  <a:pt x="382" y="4777"/>
                </a:lnTo>
                <a:lnTo>
                  <a:pt x="433" y="4870"/>
                </a:lnTo>
                <a:lnTo>
                  <a:pt x="488" y="4961"/>
                </a:lnTo>
                <a:lnTo>
                  <a:pt x="545" y="5050"/>
                </a:lnTo>
                <a:lnTo>
                  <a:pt x="605" y="5137"/>
                </a:lnTo>
                <a:lnTo>
                  <a:pt x="669" y="5223"/>
                </a:lnTo>
                <a:lnTo>
                  <a:pt x="735" y="5306"/>
                </a:lnTo>
                <a:lnTo>
                  <a:pt x="804" y="5388"/>
                </a:lnTo>
                <a:lnTo>
                  <a:pt x="876" y="5467"/>
                </a:lnTo>
                <a:lnTo>
                  <a:pt x="950" y="5544"/>
                </a:lnTo>
                <a:lnTo>
                  <a:pt x="1028" y="5619"/>
                </a:lnTo>
                <a:lnTo>
                  <a:pt x="1107" y="5691"/>
                </a:lnTo>
                <a:lnTo>
                  <a:pt x="1188" y="5760"/>
                </a:lnTo>
                <a:lnTo>
                  <a:pt x="1272" y="5826"/>
                </a:lnTo>
                <a:lnTo>
                  <a:pt x="1357" y="5890"/>
                </a:lnTo>
                <a:lnTo>
                  <a:pt x="1445" y="5950"/>
                </a:lnTo>
                <a:lnTo>
                  <a:pt x="1534" y="6007"/>
                </a:lnTo>
                <a:lnTo>
                  <a:pt x="1625" y="6062"/>
                </a:lnTo>
                <a:lnTo>
                  <a:pt x="1717" y="6113"/>
                </a:lnTo>
                <a:lnTo>
                  <a:pt x="1811" y="6161"/>
                </a:lnTo>
                <a:lnTo>
                  <a:pt x="1907" y="6206"/>
                </a:lnTo>
                <a:lnTo>
                  <a:pt x="2003" y="6248"/>
                </a:lnTo>
                <a:lnTo>
                  <a:pt x="2102" y="6287"/>
                </a:lnTo>
                <a:lnTo>
                  <a:pt x="2201" y="6323"/>
                </a:lnTo>
                <a:lnTo>
                  <a:pt x="2301" y="6355"/>
                </a:lnTo>
                <a:lnTo>
                  <a:pt x="2403" y="6384"/>
                </a:lnTo>
                <a:lnTo>
                  <a:pt x="2506" y="6410"/>
                </a:lnTo>
                <a:lnTo>
                  <a:pt x="2609" y="6433"/>
                </a:lnTo>
                <a:lnTo>
                  <a:pt x="2714" y="6452"/>
                </a:lnTo>
                <a:lnTo>
                  <a:pt x="2819" y="6467"/>
                </a:lnTo>
                <a:lnTo>
                  <a:pt x="2925" y="6480"/>
                </a:lnTo>
                <a:lnTo>
                  <a:pt x="3031" y="6488"/>
                </a:lnTo>
                <a:lnTo>
                  <a:pt x="3138" y="6494"/>
                </a:lnTo>
                <a:lnTo>
                  <a:pt x="3245" y="6496"/>
                </a:lnTo>
                <a:close/>
              </a:path>
            </a:pathLst>
          </a:custGeom>
          <a:solidFill>
            <a:srgbClr val="315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ector_28"/>
          <p:cNvSpPr/>
          <p:nvPr/>
        </p:nvSpPr>
        <p:spPr>
          <a:xfrm>
            <a:off x="3986825" y="1622174"/>
            <a:ext cx="926834" cy="227337"/>
          </a:xfrm>
          <a:custGeom>
            <a:avLst/>
            <a:gdLst/>
            <a:ahLst/>
            <a:cxnLst/>
            <a:rect l="l" t="t" r="r" b="b"/>
            <a:pathLst>
              <a:path w="926834" h="227337">
                <a:moveTo>
                  <a:pt x="36064" y="227337"/>
                </a:moveTo>
                <a:lnTo>
                  <a:pt x="890770" y="227337"/>
                </a:lnTo>
                <a:lnTo>
                  <a:pt x="895137" y="227196"/>
                </a:lnTo>
                <a:lnTo>
                  <a:pt x="899222" y="226773"/>
                </a:lnTo>
                <a:lnTo>
                  <a:pt x="903026" y="226068"/>
                </a:lnTo>
                <a:lnTo>
                  <a:pt x="906548" y="225082"/>
                </a:lnTo>
                <a:lnTo>
                  <a:pt x="909788" y="223813"/>
                </a:lnTo>
                <a:lnTo>
                  <a:pt x="912746" y="222263"/>
                </a:lnTo>
                <a:lnTo>
                  <a:pt x="915423" y="220430"/>
                </a:lnTo>
                <a:lnTo>
                  <a:pt x="917818" y="218316"/>
                </a:lnTo>
                <a:lnTo>
                  <a:pt x="919931" y="215919"/>
                </a:lnTo>
                <a:lnTo>
                  <a:pt x="921762" y="213241"/>
                </a:lnTo>
                <a:lnTo>
                  <a:pt x="923312" y="210281"/>
                </a:lnTo>
                <a:lnTo>
                  <a:pt x="924580" y="207039"/>
                </a:lnTo>
                <a:lnTo>
                  <a:pt x="925566" y="203515"/>
                </a:lnTo>
                <a:lnTo>
                  <a:pt x="926270" y="199709"/>
                </a:lnTo>
                <a:lnTo>
                  <a:pt x="926693" y="195622"/>
                </a:lnTo>
                <a:lnTo>
                  <a:pt x="926834" y="191252"/>
                </a:lnTo>
                <a:lnTo>
                  <a:pt x="926834" y="36085"/>
                </a:lnTo>
                <a:lnTo>
                  <a:pt x="926693" y="31716"/>
                </a:lnTo>
                <a:lnTo>
                  <a:pt x="926270" y="27628"/>
                </a:lnTo>
                <a:lnTo>
                  <a:pt x="925566" y="23822"/>
                </a:lnTo>
                <a:lnTo>
                  <a:pt x="924580" y="20298"/>
                </a:lnTo>
                <a:lnTo>
                  <a:pt x="923312" y="17056"/>
                </a:lnTo>
                <a:lnTo>
                  <a:pt x="921762" y="14096"/>
                </a:lnTo>
                <a:lnTo>
                  <a:pt x="919931" y="11418"/>
                </a:lnTo>
                <a:lnTo>
                  <a:pt x="917818" y="9021"/>
                </a:lnTo>
                <a:lnTo>
                  <a:pt x="915423" y="6907"/>
                </a:lnTo>
                <a:lnTo>
                  <a:pt x="912746" y="5075"/>
                </a:lnTo>
                <a:lnTo>
                  <a:pt x="909788" y="3524"/>
                </a:lnTo>
                <a:lnTo>
                  <a:pt x="906548" y="2256"/>
                </a:lnTo>
                <a:lnTo>
                  <a:pt x="903026" y="1269"/>
                </a:lnTo>
                <a:lnTo>
                  <a:pt x="899222" y="564"/>
                </a:lnTo>
                <a:lnTo>
                  <a:pt x="895137" y="141"/>
                </a:lnTo>
                <a:lnTo>
                  <a:pt x="890770" y="0"/>
                </a:lnTo>
                <a:lnTo>
                  <a:pt x="36064" y="0"/>
                </a:lnTo>
                <a:lnTo>
                  <a:pt x="31697" y="141"/>
                </a:lnTo>
                <a:lnTo>
                  <a:pt x="27611" y="564"/>
                </a:lnTo>
                <a:lnTo>
                  <a:pt x="23808" y="1269"/>
                </a:lnTo>
                <a:lnTo>
                  <a:pt x="20286" y="2256"/>
                </a:lnTo>
                <a:lnTo>
                  <a:pt x="17046" y="3524"/>
                </a:lnTo>
                <a:lnTo>
                  <a:pt x="14088" y="5075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8"/>
                </a:lnTo>
                <a:lnTo>
                  <a:pt x="5072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4" y="27628"/>
                </a:lnTo>
                <a:lnTo>
                  <a:pt x="141" y="31716"/>
                </a:lnTo>
                <a:lnTo>
                  <a:pt x="0" y="36085"/>
                </a:lnTo>
                <a:lnTo>
                  <a:pt x="0" y="191252"/>
                </a:lnTo>
                <a:lnTo>
                  <a:pt x="141" y="195622"/>
                </a:lnTo>
                <a:lnTo>
                  <a:pt x="564" y="199709"/>
                </a:lnTo>
                <a:lnTo>
                  <a:pt x="1268" y="203515"/>
                </a:lnTo>
                <a:lnTo>
                  <a:pt x="2254" y="207039"/>
                </a:lnTo>
                <a:lnTo>
                  <a:pt x="3522" y="210281"/>
                </a:lnTo>
                <a:lnTo>
                  <a:pt x="5072" y="213241"/>
                </a:lnTo>
                <a:lnTo>
                  <a:pt x="6903" y="215919"/>
                </a:lnTo>
                <a:lnTo>
                  <a:pt x="9016" y="218316"/>
                </a:lnTo>
                <a:lnTo>
                  <a:pt x="11411" y="220430"/>
                </a:lnTo>
                <a:lnTo>
                  <a:pt x="14088" y="222263"/>
                </a:lnTo>
                <a:lnTo>
                  <a:pt x="17046" y="223813"/>
                </a:lnTo>
                <a:lnTo>
                  <a:pt x="20286" y="225082"/>
                </a:lnTo>
                <a:lnTo>
                  <a:pt x="23808" y="226068"/>
                </a:lnTo>
                <a:lnTo>
                  <a:pt x="27611" y="226773"/>
                </a:lnTo>
                <a:lnTo>
                  <a:pt x="31697" y="227196"/>
                </a:lnTo>
                <a:lnTo>
                  <a:pt x="36064" y="227337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ector_29"/>
          <p:cNvSpPr/>
          <p:nvPr/>
        </p:nvSpPr>
        <p:spPr>
          <a:xfrm>
            <a:off x="3752412" y="1950550"/>
            <a:ext cx="1009780" cy="223728"/>
          </a:xfrm>
          <a:custGeom>
            <a:avLst/>
            <a:gdLst/>
            <a:ahLst/>
            <a:cxnLst/>
            <a:rect l="l" t="t" r="r" b="b"/>
            <a:pathLst>
              <a:path w="1009780" h="223728">
                <a:moveTo>
                  <a:pt x="36064" y="223728"/>
                </a:moveTo>
                <a:lnTo>
                  <a:pt x="973716" y="223728"/>
                </a:lnTo>
                <a:lnTo>
                  <a:pt x="978083" y="223587"/>
                </a:lnTo>
                <a:lnTo>
                  <a:pt x="982168" y="223164"/>
                </a:lnTo>
                <a:lnTo>
                  <a:pt x="985972" y="222459"/>
                </a:lnTo>
                <a:lnTo>
                  <a:pt x="989494" y="221473"/>
                </a:lnTo>
                <a:lnTo>
                  <a:pt x="992734" y="220204"/>
                </a:lnTo>
                <a:lnTo>
                  <a:pt x="995692" y="218653"/>
                </a:lnTo>
                <a:lnTo>
                  <a:pt x="998369" y="216821"/>
                </a:lnTo>
                <a:lnTo>
                  <a:pt x="1000764" y="214707"/>
                </a:lnTo>
                <a:lnTo>
                  <a:pt x="1002877" y="212310"/>
                </a:lnTo>
                <a:lnTo>
                  <a:pt x="1004708" y="209632"/>
                </a:lnTo>
                <a:lnTo>
                  <a:pt x="1006258" y="206672"/>
                </a:lnTo>
                <a:lnTo>
                  <a:pt x="1007526" y="203430"/>
                </a:lnTo>
                <a:lnTo>
                  <a:pt x="1008512" y="199906"/>
                </a:lnTo>
                <a:lnTo>
                  <a:pt x="1009216" y="196100"/>
                </a:lnTo>
                <a:lnTo>
                  <a:pt x="1009639" y="192012"/>
                </a:lnTo>
                <a:lnTo>
                  <a:pt x="1009780" y="187643"/>
                </a:lnTo>
                <a:lnTo>
                  <a:pt x="1009780" y="36085"/>
                </a:lnTo>
                <a:lnTo>
                  <a:pt x="1009639" y="31715"/>
                </a:lnTo>
                <a:lnTo>
                  <a:pt x="1009216" y="27627"/>
                </a:lnTo>
                <a:lnTo>
                  <a:pt x="1008512" y="23821"/>
                </a:lnTo>
                <a:lnTo>
                  <a:pt x="1007526" y="20298"/>
                </a:lnTo>
                <a:lnTo>
                  <a:pt x="1006258" y="17056"/>
                </a:lnTo>
                <a:lnTo>
                  <a:pt x="1004708" y="14095"/>
                </a:lnTo>
                <a:lnTo>
                  <a:pt x="1002877" y="11417"/>
                </a:lnTo>
                <a:lnTo>
                  <a:pt x="1000764" y="9021"/>
                </a:lnTo>
                <a:lnTo>
                  <a:pt x="998369" y="6907"/>
                </a:lnTo>
                <a:lnTo>
                  <a:pt x="995692" y="5074"/>
                </a:lnTo>
                <a:lnTo>
                  <a:pt x="992734" y="3524"/>
                </a:lnTo>
                <a:lnTo>
                  <a:pt x="989494" y="2255"/>
                </a:lnTo>
                <a:lnTo>
                  <a:pt x="985972" y="1268"/>
                </a:lnTo>
                <a:lnTo>
                  <a:pt x="982168" y="563"/>
                </a:lnTo>
                <a:lnTo>
                  <a:pt x="978083" y="141"/>
                </a:lnTo>
                <a:lnTo>
                  <a:pt x="973716" y="0"/>
                </a:lnTo>
                <a:lnTo>
                  <a:pt x="36064" y="0"/>
                </a:lnTo>
                <a:lnTo>
                  <a:pt x="31697" y="141"/>
                </a:lnTo>
                <a:lnTo>
                  <a:pt x="27611" y="563"/>
                </a:lnTo>
                <a:lnTo>
                  <a:pt x="23808" y="1268"/>
                </a:lnTo>
                <a:lnTo>
                  <a:pt x="20286" y="2255"/>
                </a:lnTo>
                <a:lnTo>
                  <a:pt x="17046" y="3524"/>
                </a:lnTo>
                <a:lnTo>
                  <a:pt x="14087" y="5074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7"/>
                </a:lnTo>
                <a:lnTo>
                  <a:pt x="5072" y="14095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1"/>
                </a:lnTo>
                <a:lnTo>
                  <a:pt x="564" y="27627"/>
                </a:lnTo>
                <a:lnTo>
                  <a:pt x="141" y="31715"/>
                </a:lnTo>
                <a:lnTo>
                  <a:pt x="0" y="36085"/>
                </a:lnTo>
                <a:lnTo>
                  <a:pt x="0" y="187643"/>
                </a:lnTo>
                <a:lnTo>
                  <a:pt x="141" y="192012"/>
                </a:lnTo>
                <a:lnTo>
                  <a:pt x="564" y="196100"/>
                </a:lnTo>
                <a:lnTo>
                  <a:pt x="1268" y="199906"/>
                </a:lnTo>
                <a:lnTo>
                  <a:pt x="2254" y="203430"/>
                </a:lnTo>
                <a:lnTo>
                  <a:pt x="3522" y="206672"/>
                </a:lnTo>
                <a:lnTo>
                  <a:pt x="5072" y="209632"/>
                </a:lnTo>
                <a:lnTo>
                  <a:pt x="6903" y="212310"/>
                </a:lnTo>
                <a:lnTo>
                  <a:pt x="9016" y="214707"/>
                </a:lnTo>
                <a:lnTo>
                  <a:pt x="11411" y="216821"/>
                </a:lnTo>
                <a:lnTo>
                  <a:pt x="14087" y="218653"/>
                </a:lnTo>
                <a:lnTo>
                  <a:pt x="17046" y="220204"/>
                </a:lnTo>
                <a:lnTo>
                  <a:pt x="20286" y="221473"/>
                </a:lnTo>
                <a:lnTo>
                  <a:pt x="23808" y="222459"/>
                </a:lnTo>
                <a:lnTo>
                  <a:pt x="27611" y="223164"/>
                </a:lnTo>
                <a:lnTo>
                  <a:pt x="31697" y="223587"/>
                </a:lnTo>
                <a:lnTo>
                  <a:pt x="36064" y="223728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ector_30"/>
          <p:cNvSpPr/>
          <p:nvPr/>
        </p:nvSpPr>
        <p:spPr>
          <a:xfrm>
            <a:off x="3752412" y="2268099"/>
            <a:ext cx="1009780" cy="238163"/>
          </a:xfrm>
          <a:custGeom>
            <a:avLst/>
            <a:gdLst/>
            <a:ahLst/>
            <a:cxnLst/>
            <a:rect l="l" t="t" r="r" b="b"/>
            <a:pathLst>
              <a:path w="1009780" h="238163">
                <a:moveTo>
                  <a:pt x="36064" y="238163"/>
                </a:moveTo>
                <a:lnTo>
                  <a:pt x="973716" y="238163"/>
                </a:lnTo>
                <a:lnTo>
                  <a:pt x="978083" y="238022"/>
                </a:lnTo>
                <a:lnTo>
                  <a:pt x="982168" y="237599"/>
                </a:lnTo>
                <a:lnTo>
                  <a:pt x="985972" y="236894"/>
                </a:lnTo>
                <a:lnTo>
                  <a:pt x="989494" y="235908"/>
                </a:lnTo>
                <a:lnTo>
                  <a:pt x="992734" y="234639"/>
                </a:lnTo>
                <a:lnTo>
                  <a:pt x="995692" y="233088"/>
                </a:lnTo>
                <a:lnTo>
                  <a:pt x="998369" y="231256"/>
                </a:lnTo>
                <a:lnTo>
                  <a:pt x="1000764" y="229142"/>
                </a:lnTo>
                <a:lnTo>
                  <a:pt x="1002877" y="226745"/>
                </a:lnTo>
                <a:lnTo>
                  <a:pt x="1004708" y="224067"/>
                </a:lnTo>
                <a:lnTo>
                  <a:pt x="1006258" y="221107"/>
                </a:lnTo>
                <a:lnTo>
                  <a:pt x="1007526" y="217865"/>
                </a:lnTo>
                <a:lnTo>
                  <a:pt x="1008512" y="214341"/>
                </a:lnTo>
                <a:lnTo>
                  <a:pt x="1009216" y="210535"/>
                </a:lnTo>
                <a:lnTo>
                  <a:pt x="1009639" y="206447"/>
                </a:lnTo>
                <a:lnTo>
                  <a:pt x="1009780" y="202078"/>
                </a:lnTo>
                <a:lnTo>
                  <a:pt x="1009780" y="36086"/>
                </a:lnTo>
                <a:lnTo>
                  <a:pt x="1009639" y="31716"/>
                </a:lnTo>
                <a:lnTo>
                  <a:pt x="1009216" y="27628"/>
                </a:lnTo>
                <a:lnTo>
                  <a:pt x="1008512" y="23822"/>
                </a:lnTo>
                <a:lnTo>
                  <a:pt x="1007526" y="20298"/>
                </a:lnTo>
                <a:lnTo>
                  <a:pt x="1006258" y="17056"/>
                </a:lnTo>
                <a:lnTo>
                  <a:pt x="1004708" y="14096"/>
                </a:lnTo>
                <a:lnTo>
                  <a:pt x="1002877" y="11418"/>
                </a:lnTo>
                <a:lnTo>
                  <a:pt x="1000764" y="9022"/>
                </a:lnTo>
                <a:lnTo>
                  <a:pt x="998369" y="6907"/>
                </a:lnTo>
                <a:lnTo>
                  <a:pt x="995692" y="5075"/>
                </a:lnTo>
                <a:lnTo>
                  <a:pt x="992734" y="3524"/>
                </a:lnTo>
                <a:lnTo>
                  <a:pt x="989494" y="2256"/>
                </a:lnTo>
                <a:lnTo>
                  <a:pt x="985972" y="1269"/>
                </a:lnTo>
                <a:lnTo>
                  <a:pt x="982168" y="564"/>
                </a:lnTo>
                <a:lnTo>
                  <a:pt x="978083" y="141"/>
                </a:lnTo>
                <a:lnTo>
                  <a:pt x="973716" y="0"/>
                </a:lnTo>
                <a:lnTo>
                  <a:pt x="36064" y="0"/>
                </a:lnTo>
                <a:lnTo>
                  <a:pt x="31697" y="141"/>
                </a:lnTo>
                <a:lnTo>
                  <a:pt x="27611" y="564"/>
                </a:lnTo>
                <a:lnTo>
                  <a:pt x="23808" y="1269"/>
                </a:lnTo>
                <a:lnTo>
                  <a:pt x="20286" y="2256"/>
                </a:lnTo>
                <a:lnTo>
                  <a:pt x="17046" y="3524"/>
                </a:lnTo>
                <a:lnTo>
                  <a:pt x="14087" y="5075"/>
                </a:lnTo>
                <a:lnTo>
                  <a:pt x="11411" y="6907"/>
                </a:lnTo>
                <a:lnTo>
                  <a:pt x="9016" y="9022"/>
                </a:lnTo>
                <a:lnTo>
                  <a:pt x="6903" y="11418"/>
                </a:lnTo>
                <a:lnTo>
                  <a:pt x="5072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4" y="27628"/>
                </a:lnTo>
                <a:lnTo>
                  <a:pt x="141" y="31716"/>
                </a:lnTo>
                <a:lnTo>
                  <a:pt x="0" y="36086"/>
                </a:lnTo>
                <a:lnTo>
                  <a:pt x="0" y="202078"/>
                </a:lnTo>
                <a:lnTo>
                  <a:pt x="141" y="206447"/>
                </a:lnTo>
                <a:lnTo>
                  <a:pt x="564" y="210535"/>
                </a:lnTo>
                <a:lnTo>
                  <a:pt x="1268" y="214341"/>
                </a:lnTo>
                <a:lnTo>
                  <a:pt x="2254" y="217865"/>
                </a:lnTo>
                <a:lnTo>
                  <a:pt x="3522" y="221107"/>
                </a:lnTo>
                <a:lnTo>
                  <a:pt x="5072" y="224067"/>
                </a:lnTo>
                <a:lnTo>
                  <a:pt x="6903" y="226745"/>
                </a:lnTo>
                <a:lnTo>
                  <a:pt x="9016" y="229142"/>
                </a:lnTo>
                <a:lnTo>
                  <a:pt x="11411" y="231256"/>
                </a:lnTo>
                <a:lnTo>
                  <a:pt x="14087" y="233088"/>
                </a:lnTo>
                <a:lnTo>
                  <a:pt x="17046" y="234639"/>
                </a:lnTo>
                <a:lnTo>
                  <a:pt x="20286" y="235908"/>
                </a:lnTo>
                <a:lnTo>
                  <a:pt x="23808" y="236894"/>
                </a:lnTo>
                <a:lnTo>
                  <a:pt x="27611" y="237599"/>
                </a:lnTo>
                <a:lnTo>
                  <a:pt x="31697" y="238022"/>
                </a:lnTo>
                <a:lnTo>
                  <a:pt x="36064" y="238163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ector_31"/>
          <p:cNvSpPr/>
          <p:nvPr/>
        </p:nvSpPr>
        <p:spPr>
          <a:xfrm>
            <a:off x="1577780" y="1618566"/>
            <a:ext cx="757335" cy="238162"/>
          </a:xfrm>
          <a:custGeom>
            <a:avLst/>
            <a:gdLst/>
            <a:ahLst/>
            <a:cxnLst/>
            <a:rect l="l" t="t" r="r" b="b"/>
            <a:pathLst>
              <a:path w="757335" h="238162">
                <a:moveTo>
                  <a:pt x="36063" y="238162"/>
                </a:moveTo>
                <a:lnTo>
                  <a:pt x="721271" y="238162"/>
                </a:lnTo>
                <a:lnTo>
                  <a:pt x="725638" y="238021"/>
                </a:lnTo>
                <a:lnTo>
                  <a:pt x="729723" y="237598"/>
                </a:lnTo>
                <a:lnTo>
                  <a:pt x="733527" y="236893"/>
                </a:lnTo>
                <a:lnTo>
                  <a:pt x="737049" y="235907"/>
                </a:lnTo>
                <a:lnTo>
                  <a:pt x="740289" y="234638"/>
                </a:lnTo>
                <a:lnTo>
                  <a:pt x="743247" y="233088"/>
                </a:lnTo>
                <a:lnTo>
                  <a:pt x="745924" y="231255"/>
                </a:lnTo>
                <a:lnTo>
                  <a:pt x="748319" y="229141"/>
                </a:lnTo>
                <a:lnTo>
                  <a:pt x="750432" y="226744"/>
                </a:lnTo>
                <a:lnTo>
                  <a:pt x="752263" y="224066"/>
                </a:lnTo>
                <a:lnTo>
                  <a:pt x="753813" y="221106"/>
                </a:lnTo>
                <a:lnTo>
                  <a:pt x="755081" y="217864"/>
                </a:lnTo>
                <a:lnTo>
                  <a:pt x="756067" y="214340"/>
                </a:lnTo>
                <a:lnTo>
                  <a:pt x="756771" y="210534"/>
                </a:lnTo>
                <a:lnTo>
                  <a:pt x="757194" y="206447"/>
                </a:lnTo>
                <a:lnTo>
                  <a:pt x="757335" y="202077"/>
                </a:lnTo>
                <a:lnTo>
                  <a:pt x="757335" y="36085"/>
                </a:lnTo>
                <a:lnTo>
                  <a:pt x="757194" y="31715"/>
                </a:lnTo>
                <a:lnTo>
                  <a:pt x="756771" y="27627"/>
                </a:lnTo>
                <a:lnTo>
                  <a:pt x="756067" y="23822"/>
                </a:lnTo>
                <a:lnTo>
                  <a:pt x="755081" y="20298"/>
                </a:lnTo>
                <a:lnTo>
                  <a:pt x="753813" y="17056"/>
                </a:lnTo>
                <a:lnTo>
                  <a:pt x="752263" y="14095"/>
                </a:lnTo>
                <a:lnTo>
                  <a:pt x="750432" y="11417"/>
                </a:lnTo>
                <a:lnTo>
                  <a:pt x="748319" y="9021"/>
                </a:lnTo>
                <a:lnTo>
                  <a:pt x="745924" y="6907"/>
                </a:lnTo>
                <a:lnTo>
                  <a:pt x="743247" y="5074"/>
                </a:lnTo>
                <a:lnTo>
                  <a:pt x="740289" y="3524"/>
                </a:lnTo>
                <a:lnTo>
                  <a:pt x="737049" y="2255"/>
                </a:lnTo>
                <a:lnTo>
                  <a:pt x="733527" y="1268"/>
                </a:lnTo>
                <a:lnTo>
                  <a:pt x="729723" y="563"/>
                </a:lnTo>
                <a:lnTo>
                  <a:pt x="725638" y="141"/>
                </a:lnTo>
                <a:lnTo>
                  <a:pt x="721271" y="0"/>
                </a:lnTo>
                <a:lnTo>
                  <a:pt x="36063" y="0"/>
                </a:lnTo>
                <a:lnTo>
                  <a:pt x="31696" y="141"/>
                </a:lnTo>
                <a:lnTo>
                  <a:pt x="27611" y="563"/>
                </a:lnTo>
                <a:lnTo>
                  <a:pt x="23808" y="1268"/>
                </a:lnTo>
                <a:lnTo>
                  <a:pt x="20286" y="2255"/>
                </a:lnTo>
                <a:lnTo>
                  <a:pt x="17046" y="3524"/>
                </a:lnTo>
                <a:lnTo>
                  <a:pt x="14087" y="5074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7"/>
                </a:lnTo>
                <a:lnTo>
                  <a:pt x="5071" y="14095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3" y="27627"/>
                </a:lnTo>
                <a:lnTo>
                  <a:pt x="141" y="31715"/>
                </a:lnTo>
                <a:lnTo>
                  <a:pt x="0" y="36085"/>
                </a:lnTo>
                <a:lnTo>
                  <a:pt x="0" y="202077"/>
                </a:lnTo>
                <a:lnTo>
                  <a:pt x="141" y="206447"/>
                </a:lnTo>
                <a:lnTo>
                  <a:pt x="563" y="210534"/>
                </a:lnTo>
                <a:lnTo>
                  <a:pt x="1268" y="214340"/>
                </a:lnTo>
                <a:lnTo>
                  <a:pt x="2254" y="217864"/>
                </a:lnTo>
                <a:lnTo>
                  <a:pt x="3522" y="221106"/>
                </a:lnTo>
                <a:lnTo>
                  <a:pt x="5071" y="224066"/>
                </a:lnTo>
                <a:lnTo>
                  <a:pt x="6903" y="226744"/>
                </a:lnTo>
                <a:lnTo>
                  <a:pt x="9016" y="229141"/>
                </a:lnTo>
                <a:lnTo>
                  <a:pt x="11411" y="231255"/>
                </a:lnTo>
                <a:lnTo>
                  <a:pt x="14087" y="233088"/>
                </a:lnTo>
                <a:lnTo>
                  <a:pt x="17046" y="234638"/>
                </a:lnTo>
                <a:lnTo>
                  <a:pt x="20286" y="235907"/>
                </a:lnTo>
                <a:lnTo>
                  <a:pt x="23808" y="236893"/>
                </a:lnTo>
                <a:lnTo>
                  <a:pt x="27611" y="237598"/>
                </a:lnTo>
                <a:lnTo>
                  <a:pt x="31696" y="238021"/>
                </a:lnTo>
                <a:lnTo>
                  <a:pt x="36063" y="238162"/>
                </a:lnTo>
                <a:close/>
              </a:path>
            </a:pathLst>
          </a:custGeom>
          <a:solidFill>
            <a:srgbClr val="E0E4EB"/>
          </a:solidFill>
          <a:ln w="5080">
            <a:solidFill>
              <a:srgbClr val="C0C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ector_32"/>
          <p:cNvSpPr/>
          <p:nvPr/>
        </p:nvSpPr>
        <p:spPr>
          <a:xfrm>
            <a:off x="2493794" y="1618566"/>
            <a:ext cx="829462" cy="238162"/>
          </a:xfrm>
          <a:custGeom>
            <a:avLst/>
            <a:gdLst/>
            <a:ahLst/>
            <a:cxnLst/>
            <a:rect l="l" t="t" r="r" b="b"/>
            <a:pathLst>
              <a:path w="829462" h="238162">
                <a:moveTo>
                  <a:pt x="36064" y="238162"/>
                </a:moveTo>
                <a:lnTo>
                  <a:pt x="793398" y="238162"/>
                </a:lnTo>
                <a:lnTo>
                  <a:pt x="797765" y="238021"/>
                </a:lnTo>
                <a:lnTo>
                  <a:pt x="801851" y="237598"/>
                </a:lnTo>
                <a:lnTo>
                  <a:pt x="805654" y="236893"/>
                </a:lnTo>
                <a:lnTo>
                  <a:pt x="809176" y="235907"/>
                </a:lnTo>
                <a:lnTo>
                  <a:pt x="812416" y="234638"/>
                </a:lnTo>
                <a:lnTo>
                  <a:pt x="815375" y="233088"/>
                </a:lnTo>
                <a:lnTo>
                  <a:pt x="818051" y="231255"/>
                </a:lnTo>
                <a:lnTo>
                  <a:pt x="820446" y="229141"/>
                </a:lnTo>
                <a:lnTo>
                  <a:pt x="822559" y="226744"/>
                </a:lnTo>
                <a:lnTo>
                  <a:pt x="824390" y="224066"/>
                </a:lnTo>
                <a:lnTo>
                  <a:pt x="825940" y="221106"/>
                </a:lnTo>
                <a:lnTo>
                  <a:pt x="827208" y="217864"/>
                </a:lnTo>
                <a:lnTo>
                  <a:pt x="828194" y="214340"/>
                </a:lnTo>
                <a:lnTo>
                  <a:pt x="828898" y="210534"/>
                </a:lnTo>
                <a:lnTo>
                  <a:pt x="829321" y="206447"/>
                </a:lnTo>
                <a:lnTo>
                  <a:pt x="829462" y="202077"/>
                </a:lnTo>
                <a:lnTo>
                  <a:pt x="829462" y="36085"/>
                </a:lnTo>
                <a:lnTo>
                  <a:pt x="829321" y="31715"/>
                </a:lnTo>
                <a:lnTo>
                  <a:pt x="828898" y="27627"/>
                </a:lnTo>
                <a:lnTo>
                  <a:pt x="828194" y="23822"/>
                </a:lnTo>
                <a:lnTo>
                  <a:pt x="827208" y="20298"/>
                </a:lnTo>
                <a:lnTo>
                  <a:pt x="825940" y="17056"/>
                </a:lnTo>
                <a:lnTo>
                  <a:pt x="824390" y="14095"/>
                </a:lnTo>
                <a:lnTo>
                  <a:pt x="822559" y="11417"/>
                </a:lnTo>
                <a:lnTo>
                  <a:pt x="820446" y="9021"/>
                </a:lnTo>
                <a:lnTo>
                  <a:pt x="818051" y="6907"/>
                </a:lnTo>
                <a:lnTo>
                  <a:pt x="815375" y="5074"/>
                </a:lnTo>
                <a:lnTo>
                  <a:pt x="812416" y="3524"/>
                </a:lnTo>
                <a:lnTo>
                  <a:pt x="809176" y="2255"/>
                </a:lnTo>
                <a:lnTo>
                  <a:pt x="805654" y="1268"/>
                </a:lnTo>
                <a:lnTo>
                  <a:pt x="801851" y="563"/>
                </a:lnTo>
                <a:lnTo>
                  <a:pt x="797765" y="141"/>
                </a:lnTo>
                <a:lnTo>
                  <a:pt x="793398" y="0"/>
                </a:lnTo>
                <a:lnTo>
                  <a:pt x="36064" y="0"/>
                </a:lnTo>
                <a:lnTo>
                  <a:pt x="31697" y="141"/>
                </a:lnTo>
                <a:lnTo>
                  <a:pt x="27611" y="563"/>
                </a:lnTo>
                <a:lnTo>
                  <a:pt x="23808" y="1268"/>
                </a:lnTo>
                <a:lnTo>
                  <a:pt x="20286" y="2255"/>
                </a:lnTo>
                <a:lnTo>
                  <a:pt x="17046" y="3524"/>
                </a:lnTo>
                <a:lnTo>
                  <a:pt x="14087" y="5074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7"/>
                </a:lnTo>
                <a:lnTo>
                  <a:pt x="5072" y="14095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4" y="27627"/>
                </a:lnTo>
                <a:lnTo>
                  <a:pt x="141" y="31715"/>
                </a:lnTo>
                <a:lnTo>
                  <a:pt x="0" y="36085"/>
                </a:lnTo>
                <a:lnTo>
                  <a:pt x="0" y="202077"/>
                </a:lnTo>
                <a:lnTo>
                  <a:pt x="141" y="206447"/>
                </a:lnTo>
                <a:lnTo>
                  <a:pt x="564" y="210534"/>
                </a:lnTo>
                <a:lnTo>
                  <a:pt x="1268" y="214340"/>
                </a:lnTo>
                <a:lnTo>
                  <a:pt x="2254" y="217864"/>
                </a:lnTo>
                <a:lnTo>
                  <a:pt x="3522" y="221106"/>
                </a:lnTo>
                <a:lnTo>
                  <a:pt x="5072" y="224066"/>
                </a:lnTo>
                <a:lnTo>
                  <a:pt x="6903" y="226744"/>
                </a:lnTo>
                <a:lnTo>
                  <a:pt x="9016" y="229141"/>
                </a:lnTo>
                <a:lnTo>
                  <a:pt x="11411" y="231255"/>
                </a:lnTo>
                <a:lnTo>
                  <a:pt x="14087" y="233088"/>
                </a:lnTo>
                <a:lnTo>
                  <a:pt x="17046" y="234638"/>
                </a:lnTo>
                <a:lnTo>
                  <a:pt x="20286" y="235907"/>
                </a:lnTo>
                <a:lnTo>
                  <a:pt x="23808" y="236893"/>
                </a:lnTo>
                <a:lnTo>
                  <a:pt x="27611" y="237598"/>
                </a:lnTo>
                <a:lnTo>
                  <a:pt x="31697" y="238021"/>
                </a:lnTo>
                <a:lnTo>
                  <a:pt x="36064" y="238162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con_report-analytics_33"/>
          <p:cNvSpPr/>
          <p:nvPr/>
        </p:nvSpPr>
        <p:spPr>
          <a:xfrm>
            <a:off x="1633829" y="2031892"/>
            <a:ext cx="111496" cy="127501"/>
          </a:xfrm>
          <a:custGeom>
            <a:avLst/>
            <a:gdLst/>
            <a:ahLst/>
            <a:cxnLst/>
            <a:rect l="l" t="t" r="r" b="b"/>
            <a:pathLst>
              <a:path w="111496" h="127501">
                <a:moveTo>
                  <a:pt x="31856" y="0"/>
                </a:moveTo>
                <a:lnTo>
                  <a:pt x="15928" y="0"/>
                </a:lnTo>
                <a:lnTo>
                  <a:pt x="14837" y="36"/>
                </a:lnTo>
                <a:lnTo>
                  <a:pt x="13766" y="145"/>
                </a:lnTo>
                <a:lnTo>
                  <a:pt x="12718" y="323"/>
                </a:lnTo>
                <a:lnTo>
                  <a:pt x="11693" y="569"/>
                </a:lnTo>
                <a:lnTo>
                  <a:pt x="10696" y="879"/>
                </a:lnTo>
                <a:lnTo>
                  <a:pt x="9728" y="1252"/>
                </a:lnTo>
                <a:lnTo>
                  <a:pt x="8791" y="1685"/>
                </a:lnTo>
                <a:lnTo>
                  <a:pt x="7889" y="2176"/>
                </a:lnTo>
                <a:lnTo>
                  <a:pt x="7022" y="2722"/>
                </a:lnTo>
                <a:lnTo>
                  <a:pt x="6195" y="3321"/>
                </a:lnTo>
                <a:lnTo>
                  <a:pt x="5408" y="3970"/>
                </a:lnTo>
                <a:lnTo>
                  <a:pt x="4665" y="4668"/>
                </a:lnTo>
                <a:lnTo>
                  <a:pt x="3968" y="5411"/>
                </a:lnTo>
                <a:lnTo>
                  <a:pt x="3319" y="6198"/>
                </a:lnTo>
                <a:lnTo>
                  <a:pt x="2720" y="7026"/>
                </a:lnTo>
                <a:lnTo>
                  <a:pt x="2174" y="7893"/>
                </a:lnTo>
                <a:lnTo>
                  <a:pt x="1684" y="8797"/>
                </a:lnTo>
                <a:lnTo>
                  <a:pt x="1251" y="9734"/>
                </a:lnTo>
                <a:lnTo>
                  <a:pt x="879" y="10702"/>
                </a:lnTo>
                <a:lnTo>
                  <a:pt x="569" y="11700"/>
                </a:lnTo>
                <a:lnTo>
                  <a:pt x="323" y="12725"/>
                </a:lnTo>
                <a:lnTo>
                  <a:pt x="145" y="13775"/>
                </a:lnTo>
                <a:lnTo>
                  <a:pt x="36" y="14846"/>
                </a:lnTo>
                <a:lnTo>
                  <a:pt x="0" y="15937"/>
                </a:lnTo>
                <a:lnTo>
                  <a:pt x="0" y="111563"/>
                </a:lnTo>
                <a:lnTo>
                  <a:pt x="36" y="112654"/>
                </a:lnTo>
                <a:lnTo>
                  <a:pt x="145" y="113726"/>
                </a:lnTo>
                <a:lnTo>
                  <a:pt x="323" y="114775"/>
                </a:lnTo>
                <a:lnTo>
                  <a:pt x="569" y="115800"/>
                </a:lnTo>
                <a:lnTo>
                  <a:pt x="879" y="116798"/>
                </a:lnTo>
                <a:lnTo>
                  <a:pt x="1251" y="117767"/>
                </a:lnTo>
                <a:lnTo>
                  <a:pt x="1684" y="118704"/>
                </a:lnTo>
                <a:lnTo>
                  <a:pt x="2174" y="119607"/>
                </a:lnTo>
                <a:lnTo>
                  <a:pt x="2720" y="120474"/>
                </a:lnTo>
                <a:lnTo>
                  <a:pt x="3319" y="121302"/>
                </a:lnTo>
                <a:lnTo>
                  <a:pt x="3968" y="122089"/>
                </a:lnTo>
                <a:lnTo>
                  <a:pt x="4665" y="122833"/>
                </a:lnTo>
                <a:lnTo>
                  <a:pt x="5408" y="123530"/>
                </a:lnTo>
                <a:lnTo>
                  <a:pt x="6195" y="124180"/>
                </a:lnTo>
                <a:lnTo>
                  <a:pt x="7022" y="124779"/>
                </a:lnTo>
                <a:lnTo>
                  <a:pt x="7889" y="125325"/>
                </a:lnTo>
                <a:lnTo>
                  <a:pt x="8791" y="125815"/>
                </a:lnTo>
                <a:lnTo>
                  <a:pt x="9728" y="126248"/>
                </a:lnTo>
                <a:lnTo>
                  <a:pt x="10696" y="126621"/>
                </a:lnTo>
                <a:lnTo>
                  <a:pt x="11693" y="126931"/>
                </a:lnTo>
                <a:lnTo>
                  <a:pt x="12718" y="127177"/>
                </a:lnTo>
                <a:lnTo>
                  <a:pt x="13766" y="127355"/>
                </a:lnTo>
                <a:lnTo>
                  <a:pt x="14837" y="127464"/>
                </a:lnTo>
                <a:lnTo>
                  <a:pt x="15928" y="127501"/>
                </a:lnTo>
                <a:lnTo>
                  <a:pt x="95568" y="127501"/>
                </a:lnTo>
                <a:lnTo>
                  <a:pt x="96659" y="127464"/>
                </a:lnTo>
                <a:lnTo>
                  <a:pt x="97729" y="127355"/>
                </a:lnTo>
                <a:lnTo>
                  <a:pt x="98778" y="127177"/>
                </a:lnTo>
                <a:lnTo>
                  <a:pt x="99802" y="126931"/>
                </a:lnTo>
                <a:lnTo>
                  <a:pt x="100800" y="126621"/>
                </a:lnTo>
                <a:lnTo>
                  <a:pt x="101768" y="126248"/>
                </a:lnTo>
                <a:lnTo>
                  <a:pt x="102705" y="125815"/>
                </a:lnTo>
                <a:lnTo>
                  <a:pt x="103607" y="125325"/>
                </a:lnTo>
                <a:lnTo>
                  <a:pt x="104474" y="124779"/>
                </a:lnTo>
                <a:lnTo>
                  <a:pt x="105301" y="124180"/>
                </a:lnTo>
                <a:lnTo>
                  <a:pt x="106088" y="123530"/>
                </a:lnTo>
                <a:lnTo>
                  <a:pt x="106831" y="122833"/>
                </a:lnTo>
                <a:lnTo>
                  <a:pt x="107528" y="122089"/>
                </a:lnTo>
                <a:lnTo>
                  <a:pt x="108177" y="121302"/>
                </a:lnTo>
                <a:lnTo>
                  <a:pt x="108776" y="120474"/>
                </a:lnTo>
                <a:lnTo>
                  <a:pt x="109322" y="119607"/>
                </a:lnTo>
                <a:lnTo>
                  <a:pt x="109812" y="118704"/>
                </a:lnTo>
                <a:lnTo>
                  <a:pt x="110244" y="117767"/>
                </a:lnTo>
                <a:lnTo>
                  <a:pt x="110617" y="116798"/>
                </a:lnTo>
                <a:lnTo>
                  <a:pt x="110927" y="115800"/>
                </a:lnTo>
                <a:lnTo>
                  <a:pt x="111173" y="114775"/>
                </a:lnTo>
                <a:lnTo>
                  <a:pt x="111351" y="113726"/>
                </a:lnTo>
                <a:lnTo>
                  <a:pt x="111459" y="112654"/>
                </a:lnTo>
                <a:lnTo>
                  <a:pt x="111496" y="111563"/>
                </a:lnTo>
                <a:lnTo>
                  <a:pt x="111496" y="15937"/>
                </a:lnTo>
                <a:lnTo>
                  <a:pt x="111459" y="14846"/>
                </a:lnTo>
                <a:lnTo>
                  <a:pt x="111351" y="13775"/>
                </a:lnTo>
                <a:lnTo>
                  <a:pt x="111173" y="12725"/>
                </a:lnTo>
                <a:lnTo>
                  <a:pt x="110927" y="11700"/>
                </a:lnTo>
                <a:lnTo>
                  <a:pt x="110617" y="10702"/>
                </a:lnTo>
                <a:lnTo>
                  <a:pt x="110244" y="9734"/>
                </a:lnTo>
                <a:lnTo>
                  <a:pt x="109812" y="8797"/>
                </a:lnTo>
                <a:lnTo>
                  <a:pt x="109322" y="7893"/>
                </a:lnTo>
                <a:lnTo>
                  <a:pt x="108776" y="7026"/>
                </a:lnTo>
                <a:lnTo>
                  <a:pt x="108177" y="6198"/>
                </a:lnTo>
                <a:lnTo>
                  <a:pt x="107528" y="5411"/>
                </a:lnTo>
                <a:lnTo>
                  <a:pt x="106831" y="4668"/>
                </a:lnTo>
                <a:lnTo>
                  <a:pt x="106088" y="3970"/>
                </a:lnTo>
                <a:lnTo>
                  <a:pt x="105301" y="3321"/>
                </a:lnTo>
                <a:lnTo>
                  <a:pt x="104474" y="2722"/>
                </a:lnTo>
                <a:lnTo>
                  <a:pt x="103607" y="2176"/>
                </a:lnTo>
                <a:lnTo>
                  <a:pt x="102705" y="1685"/>
                </a:lnTo>
                <a:lnTo>
                  <a:pt x="101768" y="1252"/>
                </a:lnTo>
                <a:lnTo>
                  <a:pt x="100800" y="879"/>
                </a:lnTo>
                <a:lnTo>
                  <a:pt x="99802" y="569"/>
                </a:lnTo>
                <a:lnTo>
                  <a:pt x="98778" y="323"/>
                </a:lnTo>
                <a:lnTo>
                  <a:pt x="97729" y="145"/>
                </a:lnTo>
                <a:lnTo>
                  <a:pt x="96659" y="36"/>
                </a:lnTo>
                <a:lnTo>
                  <a:pt x="95568" y="0"/>
                </a:lnTo>
                <a:lnTo>
                  <a:pt x="79640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con_report-analytics_34"/>
          <p:cNvSpPr/>
          <p:nvPr/>
        </p:nvSpPr>
        <p:spPr>
          <a:xfrm>
            <a:off x="1665685" y="2015954"/>
            <a:ext cx="47784" cy="31875"/>
          </a:xfrm>
          <a:custGeom>
            <a:avLst/>
            <a:gdLst/>
            <a:ahLst/>
            <a:cxnLst/>
            <a:rect l="l" t="t" r="r" b="b"/>
            <a:pathLst>
              <a:path w="47784" h="31875">
                <a:moveTo>
                  <a:pt x="0" y="15938"/>
                </a:moveTo>
                <a:lnTo>
                  <a:pt x="37" y="14847"/>
                </a:lnTo>
                <a:lnTo>
                  <a:pt x="145" y="13775"/>
                </a:lnTo>
                <a:lnTo>
                  <a:pt x="323" y="12726"/>
                </a:lnTo>
                <a:lnTo>
                  <a:pt x="569" y="11701"/>
                </a:lnTo>
                <a:lnTo>
                  <a:pt x="879" y="10703"/>
                </a:lnTo>
                <a:lnTo>
                  <a:pt x="1252" y="9734"/>
                </a:lnTo>
                <a:lnTo>
                  <a:pt x="1684" y="8797"/>
                </a:lnTo>
                <a:lnTo>
                  <a:pt x="2174" y="7894"/>
                </a:lnTo>
                <a:lnTo>
                  <a:pt x="2720" y="7027"/>
                </a:lnTo>
                <a:lnTo>
                  <a:pt x="3319" y="6199"/>
                </a:lnTo>
                <a:lnTo>
                  <a:pt x="3968" y="5412"/>
                </a:lnTo>
                <a:lnTo>
                  <a:pt x="4665" y="4668"/>
                </a:lnTo>
                <a:lnTo>
                  <a:pt x="5408" y="3970"/>
                </a:lnTo>
                <a:lnTo>
                  <a:pt x="6195" y="3321"/>
                </a:lnTo>
                <a:lnTo>
                  <a:pt x="7022" y="2722"/>
                </a:lnTo>
                <a:lnTo>
                  <a:pt x="7889" y="2176"/>
                </a:lnTo>
                <a:lnTo>
                  <a:pt x="8791" y="1685"/>
                </a:lnTo>
                <a:lnTo>
                  <a:pt x="9728" y="1253"/>
                </a:lnTo>
                <a:lnTo>
                  <a:pt x="10696" y="880"/>
                </a:lnTo>
                <a:lnTo>
                  <a:pt x="11694" y="569"/>
                </a:lnTo>
                <a:lnTo>
                  <a:pt x="12718" y="324"/>
                </a:lnTo>
                <a:lnTo>
                  <a:pt x="13767" y="146"/>
                </a:lnTo>
                <a:lnTo>
                  <a:pt x="14837" y="37"/>
                </a:lnTo>
                <a:lnTo>
                  <a:pt x="15928" y="0"/>
                </a:lnTo>
                <a:lnTo>
                  <a:pt x="31856" y="0"/>
                </a:lnTo>
                <a:lnTo>
                  <a:pt x="32947" y="37"/>
                </a:lnTo>
                <a:lnTo>
                  <a:pt x="34017" y="146"/>
                </a:lnTo>
                <a:lnTo>
                  <a:pt x="35066" y="324"/>
                </a:lnTo>
                <a:lnTo>
                  <a:pt x="36090" y="569"/>
                </a:lnTo>
                <a:lnTo>
                  <a:pt x="37088" y="880"/>
                </a:lnTo>
                <a:lnTo>
                  <a:pt x="38056" y="1253"/>
                </a:lnTo>
                <a:lnTo>
                  <a:pt x="38993" y="1685"/>
                </a:lnTo>
                <a:lnTo>
                  <a:pt x="39895" y="2176"/>
                </a:lnTo>
                <a:lnTo>
                  <a:pt x="40762" y="2722"/>
                </a:lnTo>
                <a:lnTo>
                  <a:pt x="41589" y="3321"/>
                </a:lnTo>
                <a:lnTo>
                  <a:pt x="42376" y="3970"/>
                </a:lnTo>
                <a:lnTo>
                  <a:pt x="43119" y="4668"/>
                </a:lnTo>
                <a:lnTo>
                  <a:pt x="43816" y="5412"/>
                </a:lnTo>
                <a:lnTo>
                  <a:pt x="44465" y="6199"/>
                </a:lnTo>
                <a:lnTo>
                  <a:pt x="45064" y="7027"/>
                </a:lnTo>
                <a:lnTo>
                  <a:pt x="45609" y="7894"/>
                </a:lnTo>
                <a:lnTo>
                  <a:pt x="46100" y="8797"/>
                </a:lnTo>
                <a:lnTo>
                  <a:pt x="46532" y="9734"/>
                </a:lnTo>
                <a:lnTo>
                  <a:pt x="46905" y="10703"/>
                </a:lnTo>
                <a:lnTo>
                  <a:pt x="47215" y="11701"/>
                </a:lnTo>
                <a:lnTo>
                  <a:pt x="47460" y="12726"/>
                </a:lnTo>
                <a:lnTo>
                  <a:pt x="47639" y="13775"/>
                </a:lnTo>
                <a:lnTo>
                  <a:pt x="47747" y="14847"/>
                </a:lnTo>
                <a:lnTo>
                  <a:pt x="47784" y="15938"/>
                </a:lnTo>
                <a:lnTo>
                  <a:pt x="47747" y="17029"/>
                </a:lnTo>
                <a:lnTo>
                  <a:pt x="47639" y="18100"/>
                </a:lnTo>
                <a:lnTo>
                  <a:pt x="47460" y="19150"/>
                </a:lnTo>
                <a:lnTo>
                  <a:pt x="47215" y="20175"/>
                </a:lnTo>
                <a:lnTo>
                  <a:pt x="46905" y="21173"/>
                </a:lnTo>
                <a:lnTo>
                  <a:pt x="46532" y="22141"/>
                </a:lnTo>
                <a:lnTo>
                  <a:pt x="46100" y="23079"/>
                </a:lnTo>
                <a:lnTo>
                  <a:pt x="45609" y="23982"/>
                </a:lnTo>
                <a:lnTo>
                  <a:pt x="45064" y="24849"/>
                </a:lnTo>
                <a:lnTo>
                  <a:pt x="44465" y="25677"/>
                </a:lnTo>
                <a:lnTo>
                  <a:pt x="43816" y="26464"/>
                </a:lnTo>
                <a:lnTo>
                  <a:pt x="43119" y="27207"/>
                </a:lnTo>
                <a:lnTo>
                  <a:pt x="42376" y="27905"/>
                </a:lnTo>
                <a:lnTo>
                  <a:pt x="41589" y="28555"/>
                </a:lnTo>
                <a:lnTo>
                  <a:pt x="40762" y="29153"/>
                </a:lnTo>
                <a:lnTo>
                  <a:pt x="39895" y="29699"/>
                </a:lnTo>
                <a:lnTo>
                  <a:pt x="38993" y="30190"/>
                </a:lnTo>
                <a:lnTo>
                  <a:pt x="38056" y="30623"/>
                </a:lnTo>
                <a:lnTo>
                  <a:pt x="37088" y="30996"/>
                </a:lnTo>
                <a:lnTo>
                  <a:pt x="36090" y="31306"/>
                </a:lnTo>
                <a:lnTo>
                  <a:pt x="35066" y="31552"/>
                </a:lnTo>
                <a:lnTo>
                  <a:pt x="34017" y="31730"/>
                </a:lnTo>
                <a:lnTo>
                  <a:pt x="32947" y="31839"/>
                </a:lnTo>
                <a:lnTo>
                  <a:pt x="31856" y="31875"/>
                </a:lnTo>
                <a:lnTo>
                  <a:pt x="15928" y="31875"/>
                </a:lnTo>
                <a:lnTo>
                  <a:pt x="14837" y="31839"/>
                </a:lnTo>
                <a:lnTo>
                  <a:pt x="13767" y="31730"/>
                </a:lnTo>
                <a:lnTo>
                  <a:pt x="12718" y="31552"/>
                </a:lnTo>
                <a:lnTo>
                  <a:pt x="11694" y="31306"/>
                </a:lnTo>
                <a:lnTo>
                  <a:pt x="10696" y="30996"/>
                </a:lnTo>
                <a:lnTo>
                  <a:pt x="9728" y="30623"/>
                </a:lnTo>
                <a:lnTo>
                  <a:pt x="8791" y="30190"/>
                </a:lnTo>
                <a:lnTo>
                  <a:pt x="7889" y="29699"/>
                </a:lnTo>
                <a:lnTo>
                  <a:pt x="7022" y="29153"/>
                </a:lnTo>
                <a:lnTo>
                  <a:pt x="6195" y="28555"/>
                </a:lnTo>
                <a:lnTo>
                  <a:pt x="5408" y="27905"/>
                </a:lnTo>
                <a:lnTo>
                  <a:pt x="4665" y="27207"/>
                </a:lnTo>
                <a:lnTo>
                  <a:pt x="3968" y="26464"/>
                </a:lnTo>
                <a:lnTo>
                  <a:pt x="3319" y="25677"/>
                </a:lnTo>
                <a:lnTo>
                  <a:pt x="2720" y="24849"/>
                </a:lnTo>
                <a:lnTo>
                  <a:pt x="2174" y="23982"/>
                </a:lnTo>
                <a:lnTo>
                  <a:pt x="1684" y="23079"/>
                </a:lnTo>
                <a:lnTo>
                  <a:pt x="1252" y="22141"/>
                </a:lnTo>
                <a:lnTo>
                  <a:pt x="879" y="21173"/>
                </a:lnTo>
                <a:lnTo>
                  <a:pt x="569" y="20175"/>
                </a:lnTo>
                <a:lnTo>
                  <a:pt x="323" y="19150"/>
                </a:lnTo>
                <a:lnTo>
                  <a:pt x="145" y="18100"/>
                </a:lnTo>
                <a:lnTo>
                  <a:pt x="37" y="17029"/>
                </a:lnTo>
                <a:lnTo>
                  <a:pt x="0" y="15938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con_report-analytics_35"/>
          <p:cNvSpPr/>
          <p:nvPr/>
        </p:nvSpPr>
        <p:spPr>
          <a:xfrm>
            <a:off x="1665685" y="2087673"/>
            <a:ext cx="0" cy="39845"/>
          </a:xfrm>
          <a:custGeom>
            <a:avLst/>
            <a:gdLst/>
            <a:ahLst/>
            <a:cxnLst/>
            <a:rect l="l" t="t" r="r" b="b"/>
            <a:pathLst>
              <a:path w="0" h="39845">
                <a:moveTo>
                  <a:pt x="0" y="39845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con_report-analytics_36"/>
          <p:cNvSpPr/>
          <p:nvPr/>
        </p:nvSpPr>
        <p:spPr>
          <a:xfrm>
            <a:off x="1689577" y="2119549"/>
            <a:ext cx="0" cy="7969"/>
          </a:xfrm>
          <a:custGeom>
            <a:avLst/>
            <a:gdLst/>
            <a:ahLst/>
            <a:cxnLst/>
            <a:rect l="l" t="t" r="r" b="b"/>
            <a:pathLst>
              <a:path w="0" h="7969">
                <a:moveTo>
                  <a:pt x="0" y="796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con_report-analytics_37"/>
          <p:cNvSpPr/>
          <p:nvPr/>
        </p:nvSpPr>
        <p:spPr>
          <a:xfrm>
            <a:off x="1713469" y="2103611"/>
            <a:ext cx="0" cy="23907"/>
          </a:xfrm>
          <a:custGeom>
            <a:avLst/>
            <a:gdLst/>
            <a:ahLst/>
            <a:cxnLst/>
            <a:rect l="l" t="t" r="r" b="b"/>
            <a:pathLst>
              <a:path w="0" h="23907">
                <a:moveTo>
                  <a:pt x="0" y="23907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ector_38"/>
          <p:cNvSpPr/>
          <p:nvPr/>
        </p:nvSpPr>
        <p:spPr>
          <a:xfrm>
            <a:off x="1841044" y="1957767"/>
            <a:ext cx="1482212" cy="245379"/>
          </a:xfrm>
          <a:custGeom>
            <a:avLst/>
            <a:gdLst/>
            <a:ahLst/>
            <a:cxnLst/>
            <a:rect l="l" t="t" r="r" b="b"/>
            <a:pathLst>
              <a:path w="1482212" h="245379">
                <a:moveTo>
                  <a:pt x="36063" y="245379"/>
                </a:moveTo>
                <a:lnTo>
                  <a:pt x="1446148" y="245379"/>
                </a:lnTo>
                <a:lnTo>
                  <a:pt x="1450515" y="245238"/>
                </a:lnTo>
                <a:lnTo>
                  <a:pt x="1454601" y="244815"/>
                </a:lnTo>
                <a:lnTo>
                  <a:pt x="1458404" y="244110"/>
                </a:lnTo>
                <a:lnTo>
                  <a:pt x="1461926" y="243124"/>
                </a:lnTo>
                <a:lnTo>
                  <a:pt x="1465166" y="241855"/>
                </a:lnTo>
                <a:lnTo>
                  <a:pt x="1468125" y="240305"/>
                </a:lnTo>
                <a:lnTo>
                  <a:pt x="1470801" y="238472"/>
                </a:lnTo>
                <a:lnTo>
                  <a:pt x="1473196" y="236358"/>
                </a:lnTo>
                <a:lnTo>
                  <a:pt x="1475309" y="233962"/>
                </a:lnTo>
                <a:lnTo>
                  <a:pt x="1477140" y="231283"/>
                </a:lnTo>
                <a:lnTo>
                  <a:pt x="1478690" y="228323"/>
                </a:lnTo>
                <a:lnTo>
                  <a:pt x="1479958" y="225081"/>
                </a:lnTo>
                <a:lnTo>
                  <a:pt x="1480944" y="221557"/>
                </a:lnTo>
                <a:lnTo>
                  <a:pt x="1481648" y="217751"/>
                </a:lnTo>
                <a:lnTo>
                  <a:pt x="1482071" y="213664"/>
                </a:lnTo>
                <a:lnTo>
                  <a:pt x="1482212" y="209294"/>
                </a:lnTo>
                <a:lnTo>
                  <a:pt x="1482212" y="36085"/>
                </a:lnTo>
                <a:lnTo>
                  <a:pt x="1482071" y="31715"/>
                </a:lnTo>
                <a:lnTo>
                  <a:pt x="1481648" y="27627"/>
                </a:lnTo>
                <a:lnTo>
                  <a:pt x="1480944" y="23822"/>
                </a:lnTo>
                <a:lnTo>
                  <a:pt x="1479958" y="20298"/>
                </a:lnTo>
                <a:lnTo>
                  <a:pt x="1478690" y="17056"/>
                </a:lnTo>
                <a:lnTo>
                  <a:pt x="1477140" y="14095"/>
                </a:lnTo>
                <a:lnTo>
                  <a:pt x="1475309" y="11417"/>
                </a:lnTo>
                <a:lnTo>
                  <a:pt x="1473196" y="9021"/>
                </a:lnTo>
                <a:lnTo>
                  <a:pt x="1470801" y="6907"/>
                </a:lnTo>
                <a:lnTo>
                  <a:pt x="1468125" y="5074"/>
                </a:lnTo>
                <a:lnTo>
                  <a:pt x="1465166" y="3524"/>
                </a:lnTo>
                <a:lnTo>
                  <a:pt x="1461926" y="2255"/>
                </a:lnTo>
                <a:lnTo>
                  <a:pt x="1458404" y="1268"/>
                </a:lnTo>
                <a:lnTo>
                  <a:pt x="1454601" y="563"/>
                </a:lnTo>
                <a:lnTo>
                  <a:pt x="1450515" y="141"/>
                </a:lnTo>
                <a:lnTo>
                  <a:pt x="1446148" y="0"/>
                </a:lnTo>
                <a:lnTo>
                  <a:pt x="36063" y="0"/>
                </a:lnTo>
                <a:lnTo>
                  <a:pt x="31696" y="141"/>
                </a:lnTo>
                <a:lnTo>
                  <a:pt x="27611" y="563"/>
                </a:lnTo>
                <a:lnTo>
                  <a:pt x="23807" y="1268"/>
                </a:lnTo>
                <a:lnTo>
                  <a:pt x="20286" y="2255"/>
                </a:lnTo>
                <a:lnTo>
                  <a:pt x="17046" y="3524"/>
                </a:lnTo>
                <a:lnTo>
                  <a:pt x="14087" y="5074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7"/>
                </a:lnTo>
                <a:lnTo>
                  <a:pt x="5071" y="14095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3" y="27627"/>
                </a:lnTo>
                <a:lnTo>
                  <a:pt x="141" y="31715"/>
                </a:lnTo>
                <a:lnTo>
                  <a:pt x="0" y="36085"/>
                </a:lnTo>
                <a:lnTo>
                  <a:pt x="0" y="209294"/>
                </a:lnTo>
                <a:lnTo>
                  <a:pt x="141" y="213664"/>
                </a:lnTo>
                <a:lnTo>
                  <a:pt x="563" y="217751"/>
                </a:lnTo>
                <a:lnTo>
                  <a:pt x="1268" y="221557"/>
                </a:lnTo>
                <a:lnTo>
                  <a:pt x="2254" y="225081"/>
                </a:lnTo>
                <a:lnTo>
                  <a:pt x="3522" y="228323"/>
                </a:lnTo>
                <a:lnTo>
                  <a:pt x="5071" y="231283"/>
                </a:lnTo>
                <a:lnTo>
                  <a:pt x="6903" y="233962"/>
                </a:lnTo>
                <a:lnTo>
                  <a:pt x="9016" y="236358"/>
                </a:lnTo>
                <a:lnTo>
                  <a:pt x="11411" y="238472"/>
                </a:lnTo>
                <a:lnTo>
                  <a:pt x="14087" y="240305"/>
                </a:lnTo>
                <a:lnTo>
                  <a:pt x="17046" y="241855"/>
                </a:lnTo>
                <a:lnTo>
                  <a:pt x="20286" y="243124"/>
                </a:lnTo>
                <a:lnTo>
                  <a:pt x="23807" y="244110"/>
                </a:lnTo>
                <a:lnTo>
                  <a:pt x="27611" y="244815"/>
                </a:lnTo>
                <a:lnTo>
                  <a:pt x="31696" y="245238"/>
                </a:lnTo>
                <a:lnTo>
                  <a:pt x="36063" y="245379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ector_39"/>
          <p:cNvSpPr/>
          <p:nvPr/>
        </p:nvSpPr>
        <p:spPr>
          <a:xfrm>
            <a:off x="1577780" y="2311402"/>
            <a:ext cx="1745476" cy="259813"/>
          </a:xfrm>
          <a:custGeom>
            <a:avLst/>
            <a:gdLst/>
            <a:ahLst/>
            <a:cxnLst/>
            <a:rect l="l" t="t" r="r" b="b"/>
            <a:pathLst>
              <a:path w="1745476" h="259813">
                <a:moveTo>
                  <a:pt x="36063" y="259813"/>
                </a:moveTo>
                <a:lnTo>
                  <a:pt x="1709412" y="259813"/>
                </a:lnTo>
                <a:lnTo>
                  <a:pt x="1713779" y="259672"/>
                </a:lnTo>
                <a:lnTo>
                  <a:pt x="1717865" y="259249"/>
                </a:lnTo>
                <a:lnTo>
                  <a:pt x="1721668" y="258545"/>
                </a:lnTo>
                <a:lnTo>
                  <a:pt x="1725190" y="257558"/>
                </a:lnTo>
                <a:lnTo>
                  <a:pt x="1728430" y="256289"/>
                </a:lnTo>
                <a:lnTo>
                  <a:pt x="1731389" y="254739"/>
                </a:lnTo>
                <a:lnTo>
                  <a:pt x="1734065" y="252906"/>
                </a:lnTo>
                <a:lnTo>
                  <a:pt x="1736460" y="250792"/>
                </a:lnTo>
                <a:lnTo>
                  <a:pt x="1738573" y="248396"/>
                </a:lnTo>
                <a:lnTo>
                  <a:pt x="1740404" y="245718"/>
                </a:lnTo>
                <a:lnTo>
                  <a:pt x="1741954" y="242757"/>
                </a:lnTo>
                <a:lnTo>
                  <a:pt x="1743222" y="239515"/>
                </a:lnTo>
                <a:lnTo>
                  <a:pt x="1744208" y="235991"/>
                </a:lnTo>
                <a:lnTo>
                  <a:pt x="1744912" y="232186"/>
                </a:lnTo>
                <a:lnTo>
                  <a:pt x="1745335" y="228098"/>
                </a:lnTo>
                <a:lnTo>
                  <a:pt x="1745476" y="223728"/>
                </a:lnTo>
                <a:lnTo>
                  <a:pt x="1745476" y="36085"/>
                </a:lnTo>
                <a:lnTo>
                  <a:pt x="1745335" y="31715"/>
                </a:lnTo>
                <a:lnTo>
                  <a:pt x="1744912" y="27627"/>
                </a:lnTo>
                <a:lnTo>
                  <a:pt x="1744208" y="23822"/>
                </a:lnTo>
                <a:lnTo>
                  <a:pt x="1743222" y="20298"/>
                </a:lnTo>
                <a:lnTo>
                  <a:pt x="1741954" y="17056"/>
                </a:lnTo>
                <a:lnTo>
                  <a:pt x="1740404" y="14096"/>
                </a:lnTo>
                <a:lnTo>
                  <a:pt x="1738573" y="11417"/>
                </a:lnTo>
                <a:lnTo>
                  <a:pt x="1736460" y="9021"/>
                </a:lnTo>
                <a:lnTo>
                  <a:pt x="1734065" y="6907"/>
                </a:lnTo>
                <a:lnTo>
                  <a:pt x="1731389" y="5074"/>
                </a:lnTo>
                <a:lnTo>
                  <a:pt x="1728430" y="3524"/>
                </a:lnTo>
                <a:lnTo>
                  <a:pt x="1725190" y="2255"/>
                </a:lnTo>
                <a:lnTo>
                  <a:pt x="1721668" y="1268"/>
                </a:lnTo>
                <a:lnTo>
                  <a:pt x="1717865" y="564"/>
                </a:lnTo>
                <a:lnTo>
                  <a:pt x="1713779" y="141"/>
                </a:lnTo>
                <a:lnTo>
                  <a:pt x="1709412" y="0"/>
                </a:lnTo>
                <a:lnTo>
                  <a:pt x="36063" y="0"/>
                </a:lnTo>
                <a:lnTo>
                  <a:pt x="31696" y="141"/>
                </a:lnTo>
                <a:lnTo>
                  <a:pt x="27611" y="564"/>
                </a:lnTo>
                <a:lnTo>
                  <a:pt x="23808" y="1268"/>
                </a:lnTo>
                <a:lnTo>
                  <a:pt x="20286" y="2255"/>
                </a:lnTo>
                <a:lnTo>
                  <a:pt x="17046" y="3524"/>
                </a:lnTo>
                <a:lnTo>
                  <a:pt x="14087" y="5074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7"/>
                </a:lnTo>
                <a:lnTo>
                  <a:pt x="5071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3" y="27627"/>
                </a:lnTo>
                <a:lnTo>
                  <a:pt x="141" y="31715"/>
                </a:lnTo>
                <a:lnTo>
                  <a:pt x="0" y="36085"/>
                </a:lnTo>
                <a:lnTo>
                  <a:pt x="0" y="223728"/>
                </a:lnTo>
                <a:lnTo>
                  <a:pt x="141" y="228098"/>
                </a:lnTo>
                <a:lnTo>
                  <a:pt x="563" y="232186"/>
                </a:lnTo>
                <a:lnTo>
                  <a:pt x="1268" y="235991"/>
                </a:lnTo>
                <a:lnTo>
                  <a:pt x="2254" y="239515"/>
                </a:lnTo>
                <a:lnTo>
                  <a:pt x="3522" y="242757"/>
                </a:lnTo>
                <a:lnTo>
                  <a:pt x="5071" y="245718"/>
                </a:lnTo>
                <a:lnTo>
                  <a:pt x="6903" y="248396"/>
                </a:lnTo>
                <a:lnTo>
                  <a:pt x="9016" y="250792"/>
                </a:lnTo>
                <a:lnTo>
                  <a:pt x="11411" y="252906"/>
                </a:lnTo>
                <a:lnTo>
                  <a:pt x="14087" y="254739"/>
                </a:lnTo>
                <a:lnTo>
                  <a:pt x="17046" y="256289"/>
                </a:lnTo>
                <a:lnTo>
                  <a:pt x="20286" y="257558"/>
                </a:lnTo>
                <a:lnTo>
                  <a:pt x="23808" y="258545"/>
                </a:lnTo>
                <a:lnTo>
                  <a:pt x="27611" y="259249"/>
                </a:lnTo>
                <a:lnTo>
                  <a:pt x="31696" y="259672"/>
                </a:lnTo>
                <a:lnTo>
                  <a:pt x="36063" y="259813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ector_40"/>
          <p:cNvSpPr/>
          <p:nvPr/>
        </p:nvSpPr>
        <p:spPr>
          <a:xfrm>
            <a:off x="138844" y="1629391"/>
            <a:ext cx="1027811" cy="230946"/>
          </a:xfrm>
          <a:custGeom>
            <a:avLst/>
            <a:gdLst/>
            <a:ahLst/>
            <a:cxnLst/>
            <a:rect l="l" t="t" r="r" b="b"/>
            <a:pathLst>
              <a:path w="1027811" h="230946">
                <a:moveTo>
                  <a:pt x="36064" y="230946"/>
                </a:moveTo>
                <a:lnTo>
                  <a:pt x="991748" y="230946"/>
                </a:lnTo>
                <a:lnTo>
                  <a:pt x="996115" y="230805"/>
                </a:lnTo>
                <a:lnTo>
                  <a:pt x="1000200" y="230382"/>
                </a:lnTo>
                <a:lnTo>
                  <a:pt x="1004004" y="229677"/>
                </a:lnTo>
                <a:lnTo>
                  <a:pt x="1007526" y="228690"/>
                </a:lnTo>
                <a:lnTo>
                  <a:pt x="1010766" y="227422"/>
                </a:lnTo>
                <a:lnTo>
                  <a:pt x="1013724" y="225871"/>
                </a:lnTo>
                <a:lnTo>
                  <a:pt x="1016401" y="224039"/>
                </a:lnTo>
                <a:lnTo>
                  <a:pt x="1018796" y="221924"/>
                </a:lnTo>
                <a:lnTo>
                  <a:pt x="1020909" y="219528"/>
                </a:lnTo>
                <a:lnTo>
                  <a:pt x="1022740" y="216850"/>
                </a:lnTo>
                <a:lnTo>
                  <a:pt x="1024290" y="213890"/>
                </a:lnTo>
                <a:lnTo>
                  <a:pt x="1025557" y="210648"/>
                </a:lnTo>
                <a:lnTo>
                  <a:pt x="1026544" y="207124"/>
                </a:lnTo>
                <a:lnTo>
                  <a:pt x="1027248" y="203318"/>
                </a:lnTo>
                <a:lnTo>
                  <a:pt x="1027671" y="199230"/>
                </a:lnTo>
                <a:lnTo>
                  <a:pt x="1027811" y="194860"/>
                </a:lnTo>
                <a:lnTo>
                  <a:pt x="1027811" y="36085"/>
                </a:lnTo>
                <a:lnTo>
                  <a:pt x="1027671" y="31716"/>
                </a:lnTo>
                <a:lnTo>
                  <a:pt x="1027248" y="27628"/>
                </a:lnTo>
                <a:lnTo>
                  <a:pt x="1026544" y="23822"/>
                </a:lnTo>
                <a:lnTo>
                  <a:pt x="1025557" y="20298"/>
                </a:lnTo>
                <a:lnTo>
                  <a:pt x="1024290" y="17056"/>
                </a:lnTo>
                <a:lnTo>
                  <a:pt x="1022740" y="14096"/>
                </a:lnTo>
                <a:lnTo>
                  <a:pt x="1020909" y="11418"/>
                </a:lnTo>
                <a:lnTo>
                  <a:pt x="1018796" y="9022"/>
                </a:lnTo>
                <a:lnTo>
                  <a:pt x="1016401" y="6907"/>
                </a:lnTo>
                <a:lnTo>
                  <a:pt x="1013724" y="5075"/>
                </a:lnTo>
                <a:lnTo>
                  <a:pt x="1010766" y="3524"/>
                </a:lnTo>
                <a:lnTo>
                  <a:pt x="1007526" y="2256"/>
                </a:lnTo>
                <a:lnTo>
                  <a:pt x="1004004" y="1269"/>
                </a:lnTo>
                <a:lnTo>
                  <a:pt x="1000200" y="564"/>
                </a:lnTo>
                <a:lnTo>
                  <a:pt x="996115" y="141"/>
                </a:lnTo>
                <a:lnTo>
                  <a:pt x="991748" y="0"/>
                </a:lnTo>
                <a:lnTo>
                  <a:pt x="36064" y="0"/>
                </a:lnTo>
                <a:lnTo>
                  <a:pt x="31697" y="141"/>
                </a:lnTo>
                <a:lnTo>
                  <a:pt x="27611" y="564"/>
                </a:lnTo>
                <a:lnTo>
                  <a:pt x="23808" y="1269"/>
                </a:lnTo>
                <a:lnTo>
                  <a:pt x="20286" y="2256"/>
                </a:lnTo>
                <a:lnTo>
                  <a:pt x="17046" y="3524"/>
                </a:lnTo>
                <a:lnTo>
                  <a:pt x="14088" y="5075"/>
                </a:lnTo>
                <a:lnTo>
                  <a:pt x="11411" y="6907"/>
                </a:lnTo>
                <a:lnTo>
                  <a:pt x="9016" y="9022"/>
                </a:lnTo>
                <a:lnTo>
                  <a:pt x="6903" y="11418"/>
                </a:lnTo>
                <a:lnTo>
                  <a:pt x="5072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4" y="27628"/>
                </a:lnTo>
                <a:lnTo>
                  <a:pt x="141" y="31716"/>
                </a:lnTo>
                <a:lnTo>
                  <a:pt x="0" y="36085"/>
                </a:lnTo>
                <a:lnTo>
                  <a:pt x="0" y="194860"/>
                </a:lnTo>
                <a:lnTo>
                  <a:pt x="141" y="199230"/>
                </a:lnTo>
                <a:lnTo>
                  <a:pt x="564" y="203318"/>
                </a:lnTo>
                <a:lnTo>
                  <a:pt x="1268" y="207124"/>
                </a:lnTo>
                <a:lnTo>
                  <a:pt x="2254" y="210648"/>
                </a:lnTo>
                <a:lnTo>
                  <a:pt x="3522" y="213890"/>
                </a:lnTo>
                <a:lnTo>
                  <a:pt x="5072" y="216850"/>
                </a:lnTo>
                <a:lnTo>
                  <a:pt x="6903" y="219528"/>
                </a:lnTo>
                <a:lnTo>
                  <a:pt x="9016" y="221924"/>
                </a:lnTo>
                <a:lnTo>
                  <a:pt x="11411" y="224039"/>
                </a:lnTo>
                <a:lnTo>
                  <a:pt x="14088" y="225871"/>
                </a:lnTo>
                <a:lnTo>
                  <a:pt x="17046" y="227422"/>
                </a:lnTo>
                <a:lnTo>
                  <a:pt x="20286" y="228690"/>
                </a:lnTo>
                <a:lnTo>
                  <a:pt x="23808" y="229677"/>
                </a:lnTo>
                <a:lnTo>
                  <a:pt x="27611" y="230382"/>
                </a:lnTo>
                <a:lnTo>
                  <a:pt x="31697" y="230805"/>
                </a:lnTo>
                <a:lnTo>
                  <a:pt x="36064" y="230946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ector_41"/>
          <p:cNvSpPr/>
          <p:nvPr/>
        </p:nvSpPr>
        <p:spPr>
          <a:xfrm>
            <a:off x="138844" y="1946941"/>
            <a:ext cx="1027811" cy="223728"/>
          </a:xfrm>
          <a:custGeom>
            <a:avLst/>
            <a:gdLst/>
            <a:ahLst/>
            <a:cxnLst/>
            <a:rect l="l" t="t" r="r" b="b"/>
            <a:pathLst>
              <a:path w="1027811" h="223728">
                <a:moveTo>
                  <a:pt x="36064" y="223728"/>
                </a:moveTo>
                <a:lnTo>
                  <a:pt x="991748" y="223728"/>
                </a:lnTo>
                <a:lnTo>
                  <a:pt x="996115" y="223587"/>
                </a:lnTo>
                <a:lnTo>
                  <a:pt x="1000200" y="223165"/>
                </a:lnTo>
                <a:lnTo>
                  <a:pt x="1004004" y="222460"/>
                </a:lnTo>
                <a:lnTo>
                  <a:pt x="1007526" y="221473"/>
                </a:lnTo>
                <a:lnTo>
                  <a:pt x="1010766" y="220204"/>
                </a:lnTo>
                <a:lnTo>
                  <a:pt x="1013724" y="218654"/>
                </a:lnTo>
                <a:lnTo>
                  <a:pt x="1016401" y="216821"/>
                </a:lnTo>
                <a:lnTo>
                  <a:pt x="1018796" y="214707"/>
                </a:lnTo>
                <a:lnTo>
                  <a:pt x="1020909" y="212311"/>
                </a:lnTo>
                <a:lnTo>
                  <a:pt x="1022740" y="209633"/>
                </a:lnTo>
                <a:lnTo>
                  <a:pt x="1024290" y="206673"/>
                </a:lnTo>
                <a:lnTo>
                  <a:pt x="1025557" y="203430"/>
                </a:lnTo>
                <a:lnTo>
                  <a:pt x="1026544" y="199907"/>
                </a:lnTo>
                <a:lnTo>
                  <a:pt x="1027248" y="196101"/>
                </a:lnTo>
                <a:lnTo>
                  <a:pt x="1027671" y="192013"/>
                </a:lnTo>
                <a:lnTo>
                  <a:pt x="1027811" y="187643"/>
                </a:lnTo>
                <a:lnTo>
                  <a:pt x="1027811" y="36085"/>
                </a:lnTo>
                <a:lnTo>
                  <a:pt x="1027671" y="31716"/>
                </a:lnTo>
                <a:lnTo>
                  <a:pt x="1027248" y="27628"/>
                </a:lnTo>
                <a:lnTo>
                  <a:pt x="1026544" y="23822"/>
                </a:lnTo>
                <a:lnTo>
                  <a:pt x="1025557" y="20298"/>
                </a:lnTo>
                <a:lnTo>
                  <a:pt x="1024290" y="17056"/>
                </a:lnTo>
                <a:lnTo>
                  <a:pt x="1022740" y="14096"/>
                </a:lnTo>
                <a:lnTo>
                  <a:pt x="1020909" y="11418"/>
                </a:lnTo>
                <a:lnTo>
                  <a:pt x="1018796" y="9021"/>
                </a:lnTo>
                <a:lnTo>
                  <a:pt x="1016401" y="6907"/>
                </a:lnTo>
                <a:lnTo>
                  <a:pt x="1013724" y="5075"/>
                </a:lnTo>
                <a:lnTo>
                  <a:pt x="1010766" y="3524"/>
                </a:lnTo>
                <a:lnTo>
                  <a:pt x="1007526" y="2255"/>
                </a:lnTo>
                <a:lnTo>
                  <a:pt x="1004004" y="1269"/>
                </a:lnTo>
                <a:lnTo>
                  <a:pt x="1000200" y="564"/>
                </a:lnTo>
                <a:lnTo>
                  <a:pt x="996115" y="141"/>
                </a:lnTo>
                <a:lnTo>
                  <a:pt x="991748" y="0"/>
                </a:lnTo>
                <a:lnTo>
                  <a:pt x="36064" y="0"/>
                </a:lnTo>
                <a:lnTo>
                  <a:pt x="31697" y="141"/>
                </a:lnTo>
                <a:lnTo>
                  <a:pt x="27611" y="564"/>
                </a:lnTo>
                <a:lnTo>
                  <a:pt x="23808" y="1269"/>
                </a:lnTo>
                <a:lnTo>
                  <a:pt x="20286" y="2255"/>
                </a:lnTo>
                <a:lnTo>
                  <a:pt x="17046" y="3524"/>
                </a:lnTo>
                <a:lnTo>
                  <a:pt x="14088" y="5075"/>
                </a:lnTo>
                <a:lnTo>
                  <a:pt x="11411" y="6907"/>
                </a:lnTo>
                <a:lnTo>
                  <a:pt x="9016" y="9021"/>
                </a:lnTo>
                <a:lnTo>
                  <a:pt x="6903" y="11418"/>
                </a:lnTo>
                <a:lnTo>
                  <a:pt x="5072" y="14096"/>
                </a:lnTo>
                <a:lnTo>
                  <a:pt x="3522" y="17056"/>
                </a:lnTo>
                <a:lnTo>
                  <a:pt x="2254" y="20298"/>
                </a:lnTo>
                <a:lnTo>
                  <a:pt x="1268" y="23822"/>
                </a:lnTo>
                <a:lnTo>
                  <a:pt x="564" y="27628"/>
                </a:lnTo>
                <a:lnTo>
                  <a:pt x="141" y="31716"/>
                </a:lnTo>
                <a:lnTo>
                  <a:pt x="0" y="36085"/>
                </a:lnTo>
                <a:lnTo>
                  <a:pt x="0" y="187643"/>
                </a:lnTo>
                <a:lnTo>
                  <a:pt x="141" y="192013"/>
                </a:lnTo>
                <a:lnTo>
                  <a:pt x="564" y="196101"/>
                </a:lnTo>
                <a:lnTo>
                  <a:pt x="1268" y="199907"/>
                </a:lnTo>
                <a:lnTo>
                  <a:pt x="2254" y="203430"/>
                </a:lnTo>
                <a:lnTo>
                  <a:pt x="3522" y="206673"/>
                </a:lnTo>
                <a:lnTo>
                  <a:pt x="5072" y="209633"/>
                </a:lnTo>
                <a:lnTo>
                  <a:pt x="6903" y="212311"/>
                </a:lnTo>
                <a:lnTo>
                  <a:pt x="9016" y="214707"/>
                </a:lnTo>
                <a:lnTo>
                  <a:pt x="11411" y="216821"/>
                </a:lnTo>
                <a:lnTo>
                  <a:pt x="14088" y="218654"/>
                </a:lnTo>
                <a:lnTo>
                  <a:pt x="17046" y="220204"/>
                </a:lnTo>
                <a:lnTo>
                  <a:pt x="20286" y="221473"/>
                </a:lnTo>
                <a:lnTo>
                  <a:pt x="23808" y="222460"/>
                </a:lnTo>
                <a:lnTo>
                  <a:pt x="27611" y="223165"/>
                </a:lnTo>
                <a:lnTo>
                  <a:pt x="31697" y="223587"/>
                </a:lnTo>
                <a:lnTo>
                  <a:pt x="36064" y="223728"/>
                </a:lnTo>
                <a:close/>
              </a:path>
            </a:pathLst>
          </a:custGeom>
          <a:solidFill>
            <a:srgbClr val="315791"/>
          </a:solidFill>
          <a:ln w="508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con_refresh_42"/>
          <p:cNvSpPr/>
          <p:nvPr/>
        </p:nvSpPr>
        <p:spPr>
          <a:xfrm>
            <a:off x="204435" y="2265791"/>
            <a:ext cx="95493" cy="43055"/>
          </a:xfrm>
          <a:custGeom>
            <a:avLst/>
            <a:gdLst/>
            <a:ahLst/>
            <a:cxnLst/>
            <a:rect l="l" t="t" r="r" b="b"/>
            <a:pathLst>
              <a:path w="95493" h="43055">
                <a:moveTo>
                  <a:pt x="95493" y="43055"/>
                </a:moveTo>
                <a:lnTo>
                  <a:pt x="95031" y="40293"/>
                </a:lnTo>
                <a:lnTo>
                  <a:pt x="94422" y="37586"/>
                </a:lnTo>
                <a:lnTo>
                  <a:pt x="93670" y="34938"/>
                </a:lnTo>
                <a:lnTo>
                  <a:pt x="92779" y="32353"/>
                </a:lnTo>
                <a:lnTo>
                  <a:pt x="91754" y="29835"/>
                </a:lnTo>
                <a:lnTo>
                  <a:pt x="90599" y="27388"/>
                </a:lnTo>
                <a:lnTo>
                  <a:pt x="89319" y="25017"/>
                </a:lnTo>
                <a:lnTo>
                  <a:pt x="87917" y="22727"/>
                </a:lnTo>
                <a:lnTo>
                  <a:pt x="86397" y="20520"/>
                </a:lnTo>
                <a:lnTo>
                  <a:pt x="84765" y="18402"/>
                </a:lnTo>
                <a:lnTo>
                  <a:pt x="83024" y="16377"/>
                </a:lnTo>
                <a:lnTo>
                  <a:pt x="81179" y="14448"/>
                </a:lnTo>
                <a:lnTo>
                  <a:pt x="79234" y="12621"/>
                </a:lnTo>
                <a:lnTo>
                  <a:pt x="77193" y="10899"/>
                </a:lnTo>
                <a:lnTo>
                  <a:pt x="75060" y="9286"/>
                </a:lnTo>
                <a:lnTo>
                  <a:pt x="72840" y="7788"/>
                </a:lnTo>
                <a:lnTo>
                  <a:pt x="70537" y="6407"/>
                </a:lnTo>
                <a:lnTo>
                  <a:pt x="68156" y="5149"/>
                </a:lnTo>
                <a:lnTo>
                  <a:pt x="65699" y="4017"/>
                </a:lnTo>
                <a:lnTo>
                  <a:pt x="63173" y="3017"/>
                </a:lnTo>
                <a:lnTo>
                  <a:pt x="60581" y="2151"/>
                </a:lnTo>
                <a:lnTo>
                  <a:pt x="57927" y="1424"/>
                </a:lnTo>
                <a:lnTo>
                  <a:pt x="55216" y="841"/>
                </a:lnTo>
                <a:lnTo>
                  <a:pt x="52451" y="406"/>
                </a:lnTo>
                <a:lnTo>
                  <a:pt x="49667" y="125"/>
                </a:lnTo>
                <a:lnTo>
                  <a:pt x="46897" y="0"/>
                </a:lnTo>
                <a:lnTo>
                  <a:pt x="44145" y="29"/>
                </a:lnTo>
                <a:lnTo>
                  <a:pt x="41418" y="208"/>
                </a:lnTo>
                <a:lnTo>
                  <a:pt x="38721" y="534"/>
                </a:lnTo>
                <a:lnTo>
                  <a:pt x="36058" y="1005"/>
                </a:lnTo>
                <a:lnTo>
                  <a:pt x="33435" y="1617"/>
                </a:lnTo>
                <a:lnTo>
                  <a:pt x="30857" y="2367"/>
                </a:lnTo>
                <a:lnTo>
                  <a:pt x="28330" y="3253"/>
                </a:lnTo>
                <a:lnTo>
                  <a:pt x="25858" y="4271"/>
                </a:lnTo>
                <a:lnTo>
                  <a:pt x="23447" y="5418"/>
                </a:lnTo>
                <a:lnTo>
                  <a:pt x="21102" y="6692"/>
                </a:lnTo>
                <a:lnTo>
                  <a:pt x="18828" y="8088"/>
                </a:lnTo>
                <a:lnTo>
                  <a:pt x="16630" y="9605"/>
                </a:lnTo>
                <a:lnTo>
                  <a:pt x="14514" y="11239"/>
                </a:lnTo>
                <a:lnTo>
                  <a:pt x="12485" y="12988"/>
                </a:lnTo>
                <a:lnTo>
                  <a:pt x="10548" y="14847"/>
                </a:lnTo>
                <a:lnTo>
                  <a:pt x="8708" y="16815"/>
                </a:lnTo>
                <a:lnTo>
                  <a:pt x="6970" y="18888"/>
                </a:lnTo>
                <a:lnTo>
                  <a:pt x="5340" y="21063"/>
                </a:lnTo>
                <a:lnTo>
                  <a:pt x="3823" y="23338"/>
                </a:lnTo>
                <a:lnTo>
                  <a:pt x="2423" y="25708"/>
                </a:lnTo>
                <a:lnTo>
                  <a:pt x="1147" y="28172"/>
                </a:lnTo>
                <a:lnTo>
                  <a:pt x="0" y="30726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con_refresh_43"/>
          <p:cNvSpPr/>
          <p:nvPr/>
        </p:nvSpPr>
        <p:spPr>
          <a:xfrm>
            <a:off x="201354" y="2271858"/>
            <a:ext cx="24644" cy="24659"/>
          </a:xfrm>
          <a:custGeom>
            <a:avLst/>
            <a:gdLst/>
            <a:ahLst/>
            <a:cxnLst/>
            <a:rect l="l" t="t" r="r" b="b"/>
            <a:pathLst>
              <a:path w="24644" h="24659">
                <a:moveTo>
                  <a:pt x="0" y="0"/>
                </a:moveTo>
                <a:lnTo>
                  <a:pt x="0" y="24659"/>
                </a:lnTo>
                <a:lnTo>
                  <a:pt x="24644" y="24659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con_refresh_44"/>
          <p:cNvSpPr/>
          <p:nvPr/>
        </p:nvSpPr>
        <p:spPr>
          <a:xfrm>
            <a:off x="201354" y="2321175"/>
            <a:ext cx="95494" cy="43055"/>
          </a:xfrm>
          <a:custGeom>
            <a:avLst/>
            <a:gdLst/>
            <a:ahLst/>
            <a:cxnLst/>
            <a:rect l="l" t="t" r="r" b="b"/>
            <a:pathLst>
              <a:path w="95494" h="43055">
                <a:moveTo>
                  <a:pt x="0" y="0"/>
                </a:moveTo>
                <a:lnTo>
                  <a:pt x="462" y="2761"/>
                </a:lnTo>
                <a:lnTo>
                  <a:pt x="1072" y="5469"/>
                </a:lnTo>
                <a:lnTo>
                  <a:pt x="1824" y="8117"/>
                </a:lnTo>
                <a:lnTo>
                  <a:pt x="2714" y="10702"/>
                </a:lnTo>
                <a:lnTo>
                  <a:pt x="3739" y="13220"/>
                </a:lnTo>
                <a:lnTo>
                  <a:pt x="4894" y="15666"/>
                </a:lnTo>
                <a:lnTo>
                  <a:pt x="6175" y="18037"/>
                </a:lnTo>
                <a:lnTo>
                  <a:pt x="7577" y="20328"/>
                </a:lnTo>
                <a:lnTo>
                  <a:pt x="9096" y="22534"/>
                </a:lnTo>
                <a:lnTo>
                  <a:pt x="10728" y="24653"/>
                </a:lnTo>
                <a:lnTo>
                  <a:pt x="12469" y="26678"/>
                </a:lnTo>
                <a:lnTo>
                  <a:pt x="14314" y="28606"/>
                </a:lnTo>
                <a:lnTo>
                  <a:pt x="16260" y="30434"/>
                </a:lnTo>
                <a:lnTo>
                  <a:pt x="18301" y="32156"/>
                </a:lnTo>
                <a:lnTo>
                  <a:pt x="20433" y="33768"/>
                </a:lnTo>
                <a:lnTo>
                  <a:pt x="22653" y="35267"/>
                </a:lnTo>
                <a:lnTo>
                  <a:pt x="24956" y="36647"/>
                </a:lnTo>
                <a:lnTo>
                  <a:pt x="27338" y="37906"/>
                </a:lnTo>
                <a:lnTo>
                  <a:pt x="29794" y="39037"/>
                </a:lnTo>
                <a:lnTo>
                  <a:pt x="32320" y="40038"/>
                </a:lnTo>
                <a:lnTo>
                  <a:pt x="34913" y="40904"/>
                </a:lnTo>
                <a:lnTo>
                  <a:pt x="37566" y="41630"/>
                </a:lnTo>
                <a:lnTo>
                  <a:pt x="40278" y="42214"/>
                </a:lnTo>
                <a:lnTo>
                  <a:pt x="43042" y="42649"/>
                </a:lnTo>
                <a:lnTo>
                  <a:pt x="45826" y="42930"/>
                </a:lnTo>
                <a:lnTo>
                  <a:pt x="48597" y="43055"/>
                </a:lnTo>
                <a:lnTo>
                  <a:pt x="51348" y="43026"/>
                </a:lnTo>
                <a:lnTo>
                  <a:pt x="54075" y="42847"/>
                </a:lnTo>
                <a:lnTo>
                  <a:pt x="56773" y="42520"/>
                </a:lnTo>
                <a:lnTo>
                  <a:pt x="59435" y="42050"/>
                </a:lnTo>
                <a:lnTo>
                  <a:pt x="62058" y="41438"/>
                </a:lnTo>
                <a:lnTo>
                  <a:pt x="64636" y="40687"/>
                </a:lnTo>
                <a:lnTo>
                  <a:pt x="67163" y="39802"/>
                </a:lnTo>
                <a:lnTo>
                  <a:pt x="69635" y="38784"/>
                </a:lnTo>
                <a:lnTo>
                  <a:pt x="72046" y="37636"/>
                </a:lnTo>
                <a:lnTo>
                  <a:pt x="74391" y="36363"/>
                </a:lnTo>
                <a:lnTo>
                  <a:pt x="76665" y="34966"/>
                </a:lnTo>
                <a:lnTo>
                  <a:pt x="78863" y="33449"/>
                </a:lnTo>
                <a:lnTo>
                  <a:pt x="80979" y="31815"/>
                </a:lnTo>
                <a:lnTo>
                  <a:pt x="83008" y="30067"/>
                </a:lnTo>
                <a:lnTo>
                  <a:pt x="84946" y="28207"/>
                </a:lnTo>
                <a:lnTo>
                  <a:pt x="86786" y="26239"/>
                </a:lnTo>
                <a:lnTo>
                  <a:pt x="88523" y="24166"/>
                </a:lnTo>
                <a:lnTo>
                  <a:pt x="90154" y="21991"/>
                </a:lnTo>
                <a:lnTo>
                  <a:pt x="91671" y="19717"/>
                </a:lnTo>
                <a:lnTo>
                  <a:pt x="93070" y="17346"/>
                </a:lnTo>
                <a:lnTo>
                  <a:pt x="94346" y="14883"/>
                </a:lnTo>
                <a:lnTo>
                  <a:pt x="95494" y="12329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con_refresh_45"/>
          <p:cNvSpPr/>
          <p:nvPr/>
        </p:nvSpPr>
        <p:spPr>
          <a:xfrm>
            <a:off x="275285" y="2333504"/>
            <a:ext cx="24643" cy="24658"/>
          </a:xfrm>
          <a:custGeom>
            <a:avLst/>
            <a:gdLst/>
            <a:ahLst/>
            <a:cxnLst/>
            <a:rect l="l" t="t" r="r" b="b"/>
            <a:pathLst>
              <a:path w="24643" h="24658">
                <a:moveTo>
                  <a:pt x="24643" y="24658"/>
                </a:moveTo>
                <a:lnTo>
                  <a:pt x="24643" y="0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ector_46"/>
          <p:cNvSpPr/>
          <p:nvPr/>
        </p:nvSpPr>
        <p:spPr>
          <a:xfrm>
            <a:off x="667175" y="379039"/>
            <a:ext cx="90159" cy="1050079"/>
          </a:xfrm>
          <a:custGeom>
            <a:avLst/>
            <a:gdLst/>
            <a:ahLst/>
            <a:cxnLst/>
            <a:rect l="l" t="t" r="r" b="b"/>
            <a:pathLst>
              <a:path w="90159" h="1050079">
                <a:moveTo>
                  <a:pt x="0" y="1050079"/>
                </a:moveTo>
                <a:lnTo>
                  <a:pt x="0" y="0"/>
                </a:lnTo>
                <a:lnTo>
                  <a:pt x="90159" y="0"/>
                </a:lnTo>
              </a:path>
            </a:pathLst>
          </a:custGeom>
          <a:noFill/>
          <a:ln w="11430">
            <a:solidFill>
              <a:srgbClr val="2455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_1_1. Auditable inputs"/>
          <p:cNvSpPr txBox="1"/>
          <p:nvPr/>
        </p:nvSpPr>
        <p:spPr>
          <a:xfrm>
            <a:off x="911819" y="139105"/>
            <a:ext cx="920798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E2430"/>
                </a:solidFill>
                <a:latin typeface="Times New Roman"/>
              </a:rPr>
              <a:t>1. Auditable inputs</a:t>
            </a:r>
          </a:p>
        </p:txBody>
      </p:sp>
      <p:sp>
        <p:nvSpPr>
          <p:cNvPr id="53" name="Text_2_2. Capability → chain reliability"/>
          <p:cNvSpPr txBox="1"/>
          <p:nvPr/>
        </p:nvSpPr>
        <p:spPr>
          <a:xfrm>
            <a:off x="2866225" y="139105"/>
            <a:ext cx="1519928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E2430"/>
                </a:solidFill>
                <a:latin typeface="Times New Roman"/>
              </a:rPr>
              <a:t>2. Capability → chain reliability</a:t>
            </a:r>
          </a:p>
        </p:txBody>
      </p:sp>
      <p:sp>
        <p:nvSpPr>
          <p:cNvPr id="54" name="Text_3_3. Robust portfolio"/>
          <p:cNvSpPr txBox="1"/>
          <p:nvPr/>
        </p:nvSpPr>
        <p:spPr>
          <a:xfrm>
            <a:off x="3894188" y="1467041"/>
            <a:ext cx="935397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E2430"/>
                </a:solidFill>
                <a:latin typeface="Times New Roman"/>
              </a:rPr>
              <a:t>3. Robust portfolio</a:t>
            </a:r>
          </a:p>
        </p:txBody>
      </p:sp>
      <p:sp>
        <p:nvSpPr>
          <p:cNvPr id="55" name="Text_4_4. Independent model checks"/>
          <p:cNvSpPr txBox="1"/>
          <p:nvPr/>
        </p:nvSpPr>
        <p:spPr>
          <a:xfrm>
            <a:off x="1789338" y="1467041"/>
            <a:ext cx="1347603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E2430"/>
                </a:solidFill>
                <a:latin typeface="Times New Roman"/>
              </a:rPr>
              <a:t>4. Independent model checks</a:t>
            </a:r>
          </a:p>
        </p:txBody>
      </p:sp>
      <p:sp>
        <p:nvSpPr>
          <p:cNvPr id="56" name="Text_5_5. Monitoring (proposal)"/>
          <p:cNvSpPr txBox="1"/>
          <p:nvPr/>
        </p:nvSpPr>
        <p:spPr>
          <a:xfrm>
            <a:off x="61274" y="1467041"/>
            <a:ext cx="1190163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E2430"/>
                </a:solidFill>
                <a:latin typeface="Times New Roman"/>
              </a:rPr>
              <a:t>5. Monitoring (proposal)</a:t>
            </a:r>
          </a:p>
        </p:txBody>
      </p:sp>
      <p:sp>
        <p:nvSpPr>
          <p:cNvPr id="57" name="Text_6_16 indicators"/>
          <p:cNvSpPr txBox="1"/>
          <p:nvPr/>
        </p:nvSpPr>
        <p:spPr>
          <a:xfrm>
            <a:off x="1078562" y="346484"/>
            <a:ext cx="587311" cy="1914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FFFFFF"/>
                </a:solidFill>
                <a:latin typeface="Times New Roman"/>
              </a:rPr>
              <a:t>16 indicators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FFFFFF"/>
                </a:solidFill>
                <a:latin typeface="Times New Roman"/>
              </a:rPr>
              <a:t>10 retained</a:t>
            </a:r>
          </a:p>
        </p:txBody>
      </p:sp>
      <p:sp>
        <p:nvSpPr>
          <p:cNvPr id="58" name="Text_7_9 requirements"/>
          <p:cNvSpPr txBox="1"/>
          <p:nvPr/>
        </p:nvSpPr>
        <p:spPr>
          <a:xfrm>
            <a:off x="1136001" y="555443"/>
            <a:ext cx="633112" cy="1884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1E2430"/>
                </a:solidFill>
                <a:latin typeface="Times New Roman"/>
              </a:rPr>
              <a:t>9 requirements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1E2430"/>
                </a:solidFill>
                <a:latin typeface="Times New Roman"/>
              </a:rPr>
              <a:t>cost 29 → 17</a:t>
            </a:r>
          </a:p>
        </p:txBody>
      </p:sp>
      <p:sp>
        <p:nvSpPr>
          <p:cNvPr id="59" name="Text_8_34,560 audits"/>
          <p:cNvSpPr txBox="1"/>
          <p:nvPr/>
        </p:nvSpPr>
        <p:spPr>
          <a:xfrm>
            <a:off x="1186608" y="792137"/>
            <a:ext cx="605631" cy="1914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FFFFFF"/>
                </a:solidFill>
                <a:latin typeface="Times New Roman"/>
              </a:rPr>
              <a:t>34,560 audits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FFFFFF"/>
                </a:solidFill>
                <a:latin typeface="Times New Roman"/>
              </a:rPr>
              <a:t>987 unknown</a:t>
            </a:r>
          </a:p>
        </p:txBody>
      </p:sp>
      <p:sp>
        <p:nvSpPr>
          <p:cNvPr id="60" name="Text_9_I"/>
          <p:cNvSpPr txBox="1"/>
          <p:nvPr/>
        </p:nvSpPr>
        <p:spPr>
          <a:xfrm>
            <a:off x="2001789" y="479770"/>
            <a:ext cx="129304" cy="116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B512C"/>
                </a:solidFill>
                <a:latin typeface="Times New Roman"/>
              </a:rPr>
              <a:t>I</a:t>
            </a:r>
          </a:p>
        </p:txBody>
      </p:sp>
      <p:sp>
        <p:nvSpPr>
          <p:cNvPr id="61" name="Text_10_LCF"/>
          <p:cNvSpPr txBox="1"/>
          <p:nvPr/>
        </p:nvSpPr>
        <p:spPr>
          <a:xfrm>
            <a:off x="2297248" y="285684"/>
            <a:ext cx="294187" cy="1073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15791"/>
                </a:solidFill>
                <a:latin typeface="Times New Roman"/>
              </a:rPr>
              <a:t>LCF</a:t>
            </a:r>
          </a:p>
        </p:txBody>
      </p:sp>
      <p:sp>
        <p:nvSpPr>
          <p:cNvPr id="62" name="Text_11_48 monthly counts"/>
          <p:cNvSpPr txBox="1"/>
          <p:nvPr/>
        </p:nvSpPr>
        <p:spPr>
          <a:xfrm>
            <a:off x="2305083" y="402417"/>
            <a:ext cx="770514" cy="1914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E2430"/>
                </a:solidFill>
                <a:latin typeface="Times New Roman"/>
              </a:rPr>
              <a:t>48 monthly counts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E2430"/>
                </a:solidFill>
                <a:latin typeface="Times New Roman"/>
              </a:rPr>
              <a:t>lag + workload</a:t>
            </a:r>
          </a:p>
        </p:txBody>
      </p:sp>
      <p:sp>
        <p:nvSpPr>
          <p:cNvPr id="63" name="Text_12_People / technology / process"/>
          <p:cNvSpPr txBox="1"/>
          <p:nvPr/>
        </p:nvSpPr>
        <p:spPr>
          <a:xfrm>
            <a:off x="3280566" y="399245"/>
            <a:ext cx="1347603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FFFFFF"/>
                </a:solidFill>
                <a:latin typeface="Times New Roman"/>
              </a:rPr>
              <a:t>People / technology / process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FFFFFF"/>
                </a:solidFill>
                <a:latin typeface="Times New Roman"/>
              </a:rPr>
              <a:t>capability + conditional intervals</a:t>
            </a:r>
          </a:p>
        </p:txBody>
      </p:sp>
      <p:sp>
        <p:nvSpPr>
          <p:cNvPr id="64" name="Text_13_CRM"/>
          <p:cNvSpPr txBox="1"/>
          <p:nvPr/>
        </p:nvSpPr>
        <p:spPr>
          <a:xfrm>
            <a:off x="2308067" y="1014605"/>
            <a:ext cx="330827" cy="1073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15791"/>
                </a:solidFill>
                <a:latin typeface="Times New Roman"/>
              </a:rPr>
              <a:t>CRM</a:t>
            </a:r>
          </a:p>
        </p:txBody>
      </p:sp>
      <p:sp>
        <p:nvSpPr>
          <p:cNvPr id="65" name="Text_14_1,800 profiles"/>
          <p:cNvSpPr txBox="1"/>
          <p:nvPr/>
        </p:nvSpPr>
        <p:spPr>
          <a:xfrm>
            <a:off x="2844473" y="1023193"/>
            <a:ext cx="593323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1E2430"/>
                </a:solidFill>
                <a:latin typeface="Times New Roman"/>
              </a:rPr>
              <a:t>1,800 profiles</a:t>
            </a:r>
          </a:p>
        </p:txBody>
      </p:sp>
      <p:sp>
        <p:nvSpPr>
          <p:cNvPr id="66" name="Text_15_Import / export success"/>
          <p:cNvSpPr txBox="1"/>
          <p:nvPr/>
        </p:nvSpPr>
        <p:spPr>
          <a:xfrm>
            <a:off x="3635360" y="953153"/>
            <a:ext cx="944557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FFFFFF"/>
                </a:solidFill>
                <a:latin typeface="Times New Roman"/>
              </a:rPr>
              <a:t>Import / export success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FFFFFF"/>
                </a:solidFill>
                <a:latin typeface="Times New Roman"/>
              </a:rPr>
              <a:t>reference maturity</a:t>
            </a:r>
          </a:p>
        </p:txBody>
      </p:sp>
      <p:sp>
        <p:nvSpPr>
          <p:cNvPr id="67" name="Text_16_interaction + shared outage"/>
          <p:cNvSpPr txBox="1"/>
          <p:nvPr/>
        </p:nvSpPr>
        <p:spPr>
          <a:xfrm>
            <a:off x="3436830" y="745337"/>
            <a:ext cx="1081959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315791"/>
                </a:solidFill>
                <a:latin typeface="Times New Roman"/>
              </a:rPr>
              <a:t>interaction + shared outage</a:t>
            </a:r>
          </a:p>
        </p:txBody>
      </p:sp>
      <p:sp>
        <p:nvSpPr>
          <p:cNvPr id="68" name="Text_17_II"/>
          <p:cNvSpPr txBox="1"/>
          <p:nvPr/>
        </p:nvSpPr>
        <p:spPr>
          <a:xfrm>
            <a:off x="4493492" y="1291688"/>
            <a:ext cx="165945" cy="116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B512C"/>
                </a:solidFill>
                <a:latin typeface="Times New Roman"/>
              </a:rPr>
              <a:t>II</a:t>
            </a:r>
          </a:p>
        </p:txBody>
      </p:sp>
      <p:sp>
        <p:nvSpPr>
          <p:cNvPr id="69" name="Text_18_Budget / staff / delays"/>
          <p:cNvSpPr txBox="1"/>
          <p:nvPr/>
        </p:nvSpPr>
        <p:spPr>
          <a:xfrm>
            <a:off x="3996284" y="1683553"/>
            <a:ext cx="907916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FFFFFF"/>
                </a:solidFill>
                <a:latin typeface="Times New Roman"/>
              </a:rPr>
              <a:t>Budget / staff / delays</a:t>
            </a:r>
          </a:p>
        </p:txBody>
      </p:sp>
      <p:sp>
        <p:nvSpPr>
          <p:cNvPr id="70" name="Text_19_16,807 candidate menus"/>
          <p:cNvSpPr txBox="1"/>
          <p:nvPr/>
        </p:nvSpPr>
        <p:spPr>
          <a:xfrm>
            <a:off x="3762123" y="2010124"/>
            <a:ext cx="990357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1">
                <a:solidFill>
                  <a:srgbClr val="FFFFFF"/>
                </a:solidFill>
                <a:latin typeface="Times New Roman"/>
              </a:rPr>
              <a:t>16,807 candidate menus</a:t>
            </a:r>
          </a:p>
        </p:txBody>
      </p:sp>
      <p:sp>
        <p:nvSpPr>
          <p:cNvPr id="71" name="Text_20_Training + governance"/>
          <p:cNvSpPr txBox="1"/>
          <p:nvPr/>
        </p:nvSpPr>
        <p:spPr>
          <a:xfrm>
            <a:off x="3782876" y="2292845"/>
            <a:ext cx="948851" cy="188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1">
                <a:solidFill>
                  <a:srgbClr val="FFFFFF"/>
                </a:solidFill>
                <a:latin typeface="Times New Roman"/>
              </a:rPr>
              <a:t>Training + governance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1">
                <a:solidFill>
                  <a:srgbClr val="FFFFFF"/>
                </a:solidFill>
                <a:latin typeface="Times New Roman"/>
              </a:rPr>
              <a:t>+ recovery</a:t>
            </a:r>
          </a:p>
        </p:txBody>
      </p:sp>
      <p:sp>
        <p:nvSpPr>
          <p:cNvPr id="72" name="Text_21_Diminishing gains; dependencies"/>
          <p:cNvSpPr txBox="1"/>
          <p:nvPr/>
        </p:nvSpPr>
        <p:spPr>
          <a:xfrm>
            <a:off x="3685885" y="2578466"/>
            <a:ext cx="1283482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315791"/>
                </a:solidFill>
                <a:latin typeface="Times New Roman"/>
              </a:rPr>
              <a:t>Diminishing gains; dependencies</a:t>
            </a:r>
          </a:p>
        </p:txBody>
      </p:sp>
      <p:sp>
        <p:nvSpPr>
          <p:cNvPr id="73" name="Text_22_III"/>
          <p:cNvSpPr txBox="1"/>
          <p:nvPr/>
        </p:nvSpPr>
        <p:spPr>
          <a:xfrm>
            <a:off x="3465392" y="1746361"/>
            <a:ext cx="202585" cy="116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B512C"/>
                </a:solidFill>
                <a:latin typeface="Times New Roman"/>
              </a:rPr>
              <a:t>III</a:t>
            </a:r>
          </a:p>
        </p:txBody>
      </p:sp>
      <p:sp>
        <p:nvSpPr>
          <p:cNvPr id="74" name="Text_23_Temporal holdout"/>
          <p:cNvSpPr txBox="1"/>
          <p:nvPr/>
        </p:nvSpPr>
        <p:spPr>
          <a:xfrm>
            <a:off x="1579849" y="1641944"/>
            <a:ext cx="753196" cy="1914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E2430"/>
                </a:solidFill>
                <a:latin typeface="Times New Roman"/>
              </a:rPr>
              <a:t>Temporal holdout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E2430"/>
                </a:solidFill>
                <a:latin typeface="Times New Roman"/>
              </a:rPr>
              <a:t>months 37–48</a:t>
            </a:r>
          </a:p>
        </p:txBody>
      </p:sp>
      <p:sp>
        <p:nvSpPr>
          <p:cNvPr id="75" name="Text_24_90% interval coverage"/>
          <p:cNvSpPr txBox="1"/>
          <p:nvPr/>
        </p:nvSpPr>
        <p:spPr>
          <a:xfrm>
            <a:off x="2433312" y="1643311"/>
            <a:ext cx="950425" cy="188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1">
                <a:solidFill>
                  <a:srgbClr val="FFFFFF"/>
                </a:solidFill>
                <a:latin typeface="Times New Roman"/>
              </a:rPr>
              <a:t>90% interval coverage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1">
                <a:solidFill>
                  <a:srgbClr val="FFFFFF"/>
                </a:solidFill>
                <a:latin typeface="Times New Roman"/>
              </a:rPr>
              <a:t>66.7% actually covered</a:t>
            </a:r>
          </a:p>
        </p:txBody>
      </p:sp>
      <p:sp>
        <p:nvSpPr>
          <p:cNvPr id="76" name="Text_25_Chain probability calibration"/>
          <p:cNvSpPr txBox="1"/>
          <p:nvPr/>
        </p:nvSpPr>
        <p:spPr>
          <a:xfrm>
            <a:off x="1983275" y="1983386"/>
            <a:ext cx="1197749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FFFFFF"/>
                </a:solidFill>
                <a:latin typeface="Times New Roman"/>
              </a:rPr>
              <a:t>Chain probability calibration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FFFFFF"/>
                </a:solidFill>
                <a:latin typeface="Times New Roman"/>
              </a:rPr>
              <a:t>300 held-out cases per chain</a:t>
            </a:r>
          </a:p>
        </p:txBody>
      </p:sp>
      <p:sp>
        <p:nvSpPr>
          <p:cNvPr id="77" name="Text_26_200 wider stress cases"/>
          <p:cNvSpPr txBox="1"/>
          <p:nvPr/>
        </p:nvSpPr>
        <p:spPr>
          <a:xfrm>
            <a:off x="1769202" y="2344238"/>
            <a:ext cx="1362631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FFFFFF"/>
                </a:solidFill>
                <a:latin typeface="Times New Roman"/>
              </a:rPr>
              <a:t>200 wider stress cases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FFFFFF"/>
                </a:solidFill>
                <a:latin typeface="Times New Roman"/>
              </a:rPr>
              <a:t>robust plan: 5% budget violations</a:t>
            </a:r>
          </a:p>
        </p:txBody>
      </p:sp>
      <p:sp>
        <p:nvSpPr>
          <p:cNvPr id="78" name="Text_27_IV"/>
          <p:cNvSpPr txBox="1"/>
          <p:nvPr/>
        </p:nvSpPr>
        <p:spPr>
          <a:xfrm>
            <a:off x="1268148" y="1746361"/>
            <a:ext cx="211745" cy="116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B512C"/>
                </a:solidFill>
                <a:latin typeface="Times New Roman"/>
              </a:rPr>
              <a:t>IV</a:t>
            </a:r>
          </a:p>
        </p:txBody>
      </p:sp>
      <p:sp>
        <p:nvSpPr>
          <p:cNvPr id="79" name="Text_28_Monitor / audit / recalibrate"/>
          <p:cNvSpPr txBox="1"/>
          <p:nvPr/>
        </p:nvSpPr>
        <p:spPr>
          <a:xfrm>
            <a:off x="76776" y="1692574"/>
            <a:ext cx="1151948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FFFFFF"/>
                </a:solidFill>
                <a:latin typeface="Times New Roman"/>
              </a:rPr>
              <a:t>Monitor / audit / recalibrate</a:t>
            </a:r>
          </a:p>
        </p:txBody>
      </p:sp>
      <p:sp>
        <p:nvSpPr>
          <p:cNvPr id="80" name="Text_29_Port ↔ carrier handoffs"/>
          <p:cNvSpPr txBox="1"/>
          <p:nvPr/>
        </p:nvSpPr>
        <p:spPr>
          <a:xfrm>
            <a:off x="148411" y="2006515"/>
            <a:ext cx="1008678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FFFFFF"/>
                </a:solidFill>
                <a:latin typeface="Times New Roman"/>
              </a:rPr>
              <a:t>Port ↔ carrier handoffs</a:t>
            </a:r>
          </a:p>
        </p:txBody>
      </p:sp>
      <p:sp>
        <p:nvSpPr>
          <p:cNvPr id="81" name="Text_30_update evidence"/>
          <p:cNvSpPr txBox="1"/>
          <p:nvPr/>
        </p:nvSpPr>
        <p:spPr>
          <a:xfrm>
            <a:off x="389486" y="2271742"/>
            <a:ext cx="660592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15791"/>
                </a:solidFill>
                <a:latin typeface="Times New Roman"/>
              </a:rPr>
              <a:t>update evidence</a:t>
            </a:r>
          </a:p>
        </p:txBody>
      </p:sp>
      <p:sp>
        <p:nvSpPr>
          <p:cNvPr id="82" name="Text_31_Feedback"/>
          <p:cNvSpPr txBox="1"/>
          <p:nvPr/>
        </p:nvSpPr>
        <p:spPr>
          <a:xfrm>
            <a:off x="332371" y="932980"/>
            <a:ext cx="431589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24558A"/>
                </a:solidFill>
                <a:latin typeface="Times New Roman"/>
              </a:rPr>
              <a:t>Feedback</a:t>
            </a:r>
          </a:p>
        </p:txBody>
      </p:sp>
      <p:sp>
        <p:nvSpPr>
          <p:cNvPr id="83" name="Text_32_Synthetic experiment; monitoring and transfer are proposed, not field-validated."/>
          <p:cNvSpPr txBox="1"/>
          <p:nvPr/>
        </p:nvSpPr>
        <p:spPr>
          <a:xfrm>
            <a:off x="1126130" y="2849105"/>
            <a:ext cx="2904827" cy="104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575C65"/>
                </a:solidFill>
                <a:latin typeface="Times New Roman"/>
              </a:rPr>
              <a:t>Synthetic experiment; monitoring and transfer are proposed, not field-validated.</a:t>
            </a:r>
          </a:p>
        </p:txBody>
      </p:sp>
      <p:sp>
        <p:nvSpPr>
          <p:cNvPr id="116" name="native_curved_right_arrow_1"/>
          <p:cNvSpPr/>
          <p:nvPr/>
        </p:nvSpPr>
        <p:spPr>
          <a:xfrm>
            <a:off x="880493" y="552248"/>
            <a:ext cx="212232" cy="292290"/>
          </a:xfrm>
          <a:prstGeom prst="curvedRightArrow">
            <a:avLst/>
          </a:prstGeom>
          <a:solidFill>
            <a:srgbClr val="159BD3"/>
          </a:solidFill>
          <a:ln w="1016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native_curved_left_arrow_2"/>
          <p:cNvSpPr/>
          <p:nvPr/>
        </p:nvSpPr>
        <p:spPr>
          <a:xfrm>
            <a:off x="4641379" y="545031"/>
            <a:ext cx="212232" cy="523235"/>
          </a:xfrm>
          <a:prstGeom prst="curvedLeftArrow">
            <a:avLst/>
          </a:prstGeom>
          <a:solidFill>
            <a:srgbClr val="159BD3"/>
          </a:solidFill>
          <a:ln w="1016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native_curved_left_arrow_3"/>
          <p:cNvSpPr/>
          <p:nvPr/>
        </p:nvSpPr>
        <p:spPr>
          <a:xfrm>
            <a:off x="4760388" y="1869358"/>
            <a:ext cx="212232" cy="223728"/>
          </a:xfrm>
          <a:prstGeom prst="curvedLeftArrow">
            <a:avLst/>
          </a:prstGeom>
          <a:solidFill>
            <a:srgbClr val="159BD3"/>
          </a:solidFill>
          <a:ln w="1016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native_curved_left_arrow_4"/>
          <p:cNvSpPr/>
          <p:nvPr/>
        </p:nvSpPr>
        <p:spPr>
          <a:xfrm>
            <a:off x="4760388" y="2201342"/>
            <a:ext cx="212232" cy="223728"/>
          </a:xfrm>
          <a:prstGeom prst="curvedLeftArrow">
            <a:avLst/>
          </a:prstGeom>
          <a:solidFill>
            <a:srgbClr val="159BD3"/>
          </a:solidFill>
          <a:ln w="10160">
            <a:solidFill>
              <a:srgbClr val="3157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rrow_depth_59"/>
          <p:cNvSpPr/>
          <p:nvPr/>
        </p:nvSpPr>
        <p:spPr>
          <a:xfrm>
            <a:off x="1978085" y="620810"/>
            <a:ext cx="212775" cy="151557"/>
          </a:xfrm>
          <a:custGeom>
            <a:avLst/>
            <a:gdLst/>
            <a:ahLst/>
            <a:cxnLst/>
            <a:rect l="l" t="t" r="r" b="b"/>
            <a:pathLst>
              <a:path w="212775" h="151557">
                <a:moveTo>
                  <a:pt x="0" y="111864"/>
                </a:moveTo>
                <a:lnTo>
                  <a:pt x="144255" y="111864"/>
                </a:lnTo>
                <a:lnTo>
                  <a:pt x="144255" y="151557"/>
                </a:lnTo>
                <a:lnTo>
                  <a:pt x="212775" y="75778"/>
                </a:lnTo>
                <a:lnTo>
                  <a:pt x="144255" y="0"/>
                </a:lnTo>
                <a:lnTo>
                  <a:pt x="144255" y="39693"/>
                </a:lnTo>
                <a:lnTo>
                  <a:pt x="0" y="39693"/>
                </a:lnTo>
                <a:close/>
              </a:path>
            </a:pathLst>
          </a:custGeom>
          <a:solidFill>
            <a:srgbClr val="194E7C"/>
          </a:solidFill>
          <a:ln w="6985">
            <a:solidFill>
              <a:srgbClr val="194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arrow_depth_60"/>
          <p:cNvSpPr/>
          <p:nvPr/>
        </p:nvSpPr>
        <p:spPr>
          <a:xfrm>
            <a:off x="3124906" y="436775"/>
            <a:ext cx="126223" cy="151558"/>
          </a:xfrm>
          <a:custGeom>
            <a:avLst/>
            <a:gdLst/>
            <a:ahLst/>
            <a:cxnLst/>
            <a:rect l="l" t="t" r="r" b="b"/>
            <a:pathLst>
              <a:path w="126223" h="151558">
                <a:moveTo>
                  <a:pt x="0" y="111864"/>
                </a:moveTo>
                <a:lnTo>
                  <a:pt x="57702" y="111864"/>
                </a:lnTo>
                <a:lnTo>
                  <a:pt x="57702" y="151558"/>
                </a:lnTo>
                <a:lnTo>
                  <a:pt x="126223" y="75779"/>
                </a:lnTo>
                <a:lnTo>
                  <a:pt x="57702" y="0"/>
                </a:lnTo>
                <a:lnTo>
                  <a:pt x="57702" y="39694"/>
                </a:lnTo>
                <a:lnTo>
                  <a:pt x="0" y="39694"/>
                </a:lnTo>
                <a:close/>
              </a:path>
            </a:pathLst>
          </a:custGeom>
          <a:solidFill>
            <a:srgbClr val="194E7C"/>
          </a:solidFill>
          <a:ln w="6985">
            <a:solidFill>
              <a:srgbClr val="194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arrow_depth_61"/>
          <p:cNvSpPr/>
          <p:nvPr/>
        </p:nvSpPr>
        <p:spPr>
          <a:xfrm>
            <a:off x="3445872" y="1014138"/>
            <a:ext cx="115403" cy="151558"/>
          </a:xfrm>
          <a:custGeom>
            <a:avLst/>
            <a:gdLst/>
            <a:ahLst/>
            <a:cxnLst/>
            <a:rect l="l" t="t" r="r" b="b"/>
            <a:pathLst>
              <a:path w="115403" h="151558">
                <a:moveTo>
                  <a:pt x="0" y="111864"/>
                </a:moveTo>
                <a:lnTo>
                  <a:pt x="46883" y="111864"/>
                </a:lnTo>
                <a:lnTo>
                  <a:pt x="46883" y="151558"/>
                </a:lnTo>
                <a:lnTo>
                  <a:pt x="115403" y="75779"/>
                </a:lnTo>
                <a:lnTo>
                  <a:pt x="46883" y="0"/>
                </a:lnTo>
                <a:lnTo>
                  <a:pt x="46883" y="39694"/>
                </a:lnTo>
                <a:lnTo>
                  <a:pt x="0" y="39694"/>
                </a:lnTo>
                <a:close/>
              </a:path>
            </a:pathLst>
          </a:custGeom>
          <a:solidFill>
            <a:srgbClr val="194E7C"/>
          </a:solidFill>
          <a:ln w="6985">
            <a:solidFill>
              <a:srgbClr val="194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arrow_depth_62"/>
          <p:cNvSpPr/>
          <p:nvPr/>
        </p:nvSpPr>
        <p:spPr>
          <a:xfrm>
            <a:off x="4340248" y="1255909"/>
            <a:ext cx="151467" cy="176818"/>
          </a:xfrm>
          <a:custGeom>
            <a:avLst/>
            <a:gdLst/>
            <a:ahLst/>
            <a:cxnLst/>
            <a:rect l="l" t="t" r="r" b="b"/>
            <a:pathLst>
              <a:path w="151467" h="176818">
                <a:moveTo>
                  <a:pt x="39670" y="0"/>
                </a:moveTo>
                <a:lnTo>
                  <a:pt x="39670" y="108256"/>
                </a:lnTo>
                <a:lnTo>
                  <a:pt x="0" y="108256"/>
                </a:lnTo>
                <a:lnTo>
                  <a:pt x="75734" y="176818"/>
                </a:lnTo>
                <a:lnTo>
                  <a:pt x="151467" y="108256"/>
                </a:lnTo>
                <a:lnTo>
                  <a:pt x="111797" y="108256"/>
                </a:lnTo>
                <a:lnTo>
                  <a:pt x="111797" y="0"/>
                </a:lnTo>
                <a:close/>
              </a:path>
            </a:pathLst>
          </a:custGeom>
          <a:solidFill>
            <a:srgbClr val="194E7C"/>
          </a:solidFill>
          <a:ln w="6985">
            <a:solidFill>
              <a:srgbClr val="194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rrow_depth_63"/>
          <p:cNvSpPr/>
          <p:nvPr/>
        </p:nvSpPr>
        <p:spPr>
          <a:xfrm>
            <a:off x="3474723" y="1880183"/>
            <a:ext cx="201956" cy="151558"/>
          </a:xfrm>
          <a:custGeom>
            <a:avLst/>
            <a:gdLst/>
            <a:ahLst/>
            <a:cxnLst/>
            <a:rect l="l" t="t" r="r" b="b"/>
            <a:pathLst>
              <a:path w="201956" h="151558">
                <a:moveTo>
                  <a:pt x="201956" y="39694"/>
                </a:moveTo>
                <a:lnTo>
                  <a:pt x="68521" y="39694"/>
                </a:lnTo>
                <a:lnTo>
                  <a:pt x="68521" y="0"/>
                </a:lnTo>
                <a:lnTo>
                  <a:pt x="0" y="75779"/>
                </a:lnTo>
                <a:lnTo>
                  <a:pt x="68521" y="151558"/>
                </a:lnTo>
                <a:lnTo>
                  <a:pt x="68521" y="111865"/>
                </a:lnTo>
                <a:lnTo>
                  <a:pt x="201956" y="111865"/>
                </a:lnTo>
                <a:close/>
              </a:path>
            </a:pathLst>
          </a:custGeom>
          <a:solidFill>
            <a:srgbClr val="194E7C"/>
          </a:solidFill>
          <a:ln w="6985">
            <a:solidFill>
              <a:srgbClr val="194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rrow_depth_64"/>
          <p:cNvSpPr/>
          <p:nvPr/>
        </p:nvSpPr>
        <p:spPr>
          <a:xfrm>
            <a:off x="2378391" y="1681715"/>
            <a:ext cx="108190" cy="151558"/>
          </a:xfrm>
          <a:custGeom>
            <a:avLst/>
            <a:gdLst/>
            <a:ahLst/>
            <a:cxnLst/>
            <a:rect l="l" t="t" r="r" b="b"/>
            <a:pathLst>
              <a:path w="108190" h="151558">
                <a:moveTo>
                  <a:pt x="0" y="111864"/>
                </a:moveTo>
                <a:lnTo>
                  <a:pt x="39670" y="111864"/>
                </a:lnTo>
                <a:lnTo>
                  <a:pt x="39670" y="151558"/>
                </a:lnTo>
                <a:lnTo>
                  <a:pt x="108190" y="75779"/>
                </a:lnTo>
                <a:lnTo>
                  <a:pt x="39670" y="0"/>
                </a:lnTo>
                <a:lnTo>
                  <a:pt x="39670" y="39694"/>
                </a:lnTo>
                <a:lnTo>
                  <a:pt x="0" y="39694"/>
                </a:lnTo>
                <a:close/>
              </a:path>
            </a:pathLst>
          </a:custGeom>
          <a:solidFill>
            <a:srgbClr val="194E7C"/>
          </a:solidFill>
          <a:ln w="6985">
            <a:solidFill>
              <a:srgbClr val="194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rrow_depth_65"/>
          <p:cNvSpPr/>
          <p:nvPr/>
        </p:nvSpPr>
        <p:spPr>
          <a:xfrm>
            <a:off x="1296484" y="1880183"/>
            <a:ext cx="198350" cy="151558"/>
          </a:xfrm>
          <a:custGeom>
            <a:avLst/>
            <a:gdLst/>
            <a:ahLst/>
            <a:cxnLst/>
            <a:rect l="l" t="t" r="r" b="b"/>
            <a:pathLst>
              <a:path w="198350" h="151558">
                <a:moveTo>
                  <a:pt x="198350" y="39694"/>
                </a:moveTo>
                <a:lnTo>
                  <a:pt x="68521" y="39694"/>
                </a:lnTo>
                <a:lnTo>
                  <a:pt x="68521" y="0"/>
                </a:lnTo>
                <a:lnTo>
                  <a:pt x="0" y="75779"/>
                </a:lnTo>
                <a:lnTo>
                  <a:pt x="68521" y="151558"/>
                </a:lnTo>
                <a:lnTo>
                  <a:pt x="68521" y="111865"/>
                </a:lnTo>
                <a:lnTo>
                  <a:pt x="198350" y="111865"/>
                </a:lnTo>
                <a:close/>
              </a:path>
            </a:pathLst>
          </a:custGeom>
          <a:solidFill>
            <a:srgbClr val="194E7C"/>
          </a:solidFill>
          <a:ln w="6985">
            <a:solidFill>
              <a:srgbClr val="194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arrow_depth_66"/>
          <p:cNvSpPr/>
          <p:nvPr/>
        </p:nvSpPr>
        <p:spPr>
          <a:xfrm>
            <a:off x="723074" y="317694"/>
            <a:ext cx="72127" cy="151558"/>
          </a:xfrm>
          <a:custGeom>
            <a:avLst/>
            <a:gdLst/>
            <a:ahLst/>
            <a:cxnLst/>
            <a:rect l="l" t="t" r="r" b="b"/>
            <a:pathLst>
              <a:path w="72127" h="151558">
                <a:moveTo>
                  <a:pt x="0" y="111864"/>
                </a:moveTo>
                <a:lnTo>
                  <a:pt x="3606" y="111864"/>
                </a:lnTo>
                <a:lnTo>
                  <a:pt x="3606" y="151558"/>
                </a:lnTo>
                <a:lnTo>
                  <a:pt x="72127" y="75779"/>
                </a:lnTo>
                <a:lnTo>
                  <a:pt x="3606" y="0"/>
                </a:lnTo>
                <a:lnTo>
                  <a:pt x="3606" y="39693"/>
                </a:lnTo>
                <a:lnTo>
                  <a:pt x="0" y="39693"/>
                </a:lnTo>
                <a:close/>
              </a:path>
            </a:pathLst>
          </a:custGeom>
          <a:solidFill>
            <a:srgbClr val="194E7C"/>
          </a:solidFill>
          <a:ln w="6985">
            <a:solidFill>
              <a:srgbClr val="194E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rrow_front_67"/>
          <p:cNvSpPr/>
          <p:nvPr/>
        </p:nvSpPr>
        <p:spPr>
          <a:xfrm>
            <a:off x="1961857" y="606375"/>
            <a:ext cx="212775" cy="151558"/>
          </a:xfrm>
          <a:custGeom>
            <a:avLst/>
            <a:gdLst/>
            <a:ahLst/>
            <a:cxnLst/>
            <a:rect l="l" t="t" r="r" b="b"/>
            <a:pathLst>
              <a:path w="212775" h="151558">
                <a:moveTo>
                  <a:pt x="0" y="111865"/>
                </a:moveTo>
                <a:lnTo>
                  <a:pt x="144254" y="111865"/>
                </a:lnTo>
                <a:lnTo>
                  <a:pt x="144254" y="151558"/>
                </a:lnTo>
                <a:lnTo>
                  <a:pt x="212775" y="75779"/>
                </a:lnTo>
                <a:lnTo>
                  <a:pt x="144254" y="0"/>
                </a:lnTo>
                <a:lnTo>
                  <a:pt x="144254" y="39694"/>
                </a:lnTo>
                <a:lnTo>
                  <a:pt x="0" y="39694"/>
                </a:lnTo>
                <a:close/>
              </a:path>
            </a:pathLst>
          </a:custGeom>
          <a:solidFill>
            <a:srgbClr val="159BD3"/>
          </a:solidFill>
          <a:ln w="8255">
            <a:solidFill>
              <a:srgbClr val="24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rrow_front_68"/>
          <p:cNvSpPr/>
          <p:nvPr/>
        </p:nvSpPr>
        <p:spPr>
          <a:xfrm>
            <a:off x="3108678" y="422341"/>
            <a:ext cx="126222" cy="151558"/>
          </a:xfrm>
          <a:custGeom>
            <a:avLst/>
            <a:gdLst/>
            <a:ahLst/>
            <a:cxnLst/>
            <a:rect l="l" t="t" r="r" b="b"/>
            <a:pathLst>
              <a:path w="126222" h="151558">
                <a:moveTo>
                  <a:pt x="0" y="111864"/>
                </a:moveTo>
                <a:lnTo>
                  <a:pt x="57701" y="111864"/>
                </a:lnTo>
                <a:lnTo>
                  <a:pt x="57701" y="151558"/>
                </a:lnTo>
                <a:lnTo>
                  <a:pt x="126222" y="75779"/>
                </a:lnTo>
                <a:lnTo>
                  <a:pt x="57701" y="0"/>
                </a:lnTo>
                <a:lnTo>
                  <a:pt x="57701" y="39694"/>
                </a:lnTo>
                <a:lnTo>
                  <a:pt x="0" y="39694"/>
                </a:lnTo>
                <a:close/>
              </a:path>
            </a:pathLst>
          </a:custGeom>
          <a:solidFill>
            <a:srgbClr val="315791"/>
          </a:solidFill>
          <a:ln w="8255">
            <a:solidFill>
              <a:srgbClr val="24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rrow_front_69"/>
          <p:cNvSpPr/>
          <p:nvPr/>
        </p:nvSpPr>
        <p:spPr>
          <a:xfrm>
            <a:off x="3429643" y="999704"/>
            <a:ext cx="115404" cy="151558"/>
          </a:xfrm>
          <a:custGeom>
            <a:avLst/>
            <a:gdLst/>
            <a:ahLst/>
            <a:cxnLst/>
            <a:rect l="l" t="t" r="r" b="b"/>
            <a:pathLst>
              <a:path w="115404" h="151558">
                <a:moveTo>
                  <a:pt x="0" y="111864"/>
                </a:moveTo>
                <a:lnTo>
                  <a:pt x="46883" y="111864"/>
                </a:lnTo>
                <a:lnTo>
                  <a:pt x="46883" y="151558"/>
                </a:lnTo>
                <a:lnTo>
                  <a:pt x="115404" y="75779"/>
                </a:lnTo>
                <a:lnTo>
                  <a:pt x="46883" y="0"/>
                </a:lnTo>
                <a:lnTo>
                  <a:pt x="46883" y="39694"/>
                </a:lnTo>
                <a:lnTo>
                  <a:pt x="0" y="39694"/>
                </a:lnTo>
                <a:close/>
              </a:path>
            </a:pathLst>
          </a:custGeom>
          <a:solidFill>
            <a:srgbClr val="315791"/>
          </a:solidFill>
          <a:ln w="8255">
            <a:solidFill>
              <a:srgbClr val="24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arrow_front_70"/>
          <p:cNvSpPr/>
          <p:nvPr/>
        </p:nvSpPr>
        <p:spPr>
          <a:xfrm>
            <a:off x="4324019" y="1241475"/>
            <a:ext cx="151467" cy="176818"/>
          </a:xfrm>
          <a:custGeom>
            <a:avLst/>
            <a:gdLst/>
            <a:ahLst/>
            <a:cxnLst/>
            <a:rect l="l" t="t" r="r" b="b"/>
            <a:pathLst>
              <a:path w="151467" h="176818">
                <a:moveTo>
                  <a:pt x="39670" y="0"/>
                </a:moveTo>
                <a:lnTo>
                  <a:pt x="39670" y="108256"/>
                </a:lnTo>
                <a:lnTo>
                  <a:pt x="0" y="108256"/>
                </a:lnTo>
                <a:lnTo>
                  <a:pt x="75734" y="176818"/>
                </a:lnTo>
                <a:lnTo>
                  <a:pt x="151467" y="108256"/>
                </a:lnTo>
                <a:lnTo>
                  <a:pt x="111797" y="108256"/>
                </a:lnTo>
                <a:lnTo>
                  <a:pt x="111797" y="0"/>
                </a:lnTo>
                <a:close/>
              </a:path>
            </a:pathLst>
          </a:custGeom>
          <a:solidFill>
            <a:srgbClr val="159BD3"/>
          </a:solidFill>
          <a:ln w="8255">
            <a:solidFill>
              <a:srgbClr val="24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rrow_front_71"/>
          <p:cNvSpPr/>
          <p:nvPr/>
        </p:nvSpPr>
        <p:spPr>
          <a:xfrm>
            <a:off x="3458494" y="1865749"/>
            <a:ext cx="201956" cy="151558"/>
          </a:xfrm>
          <a:custGeom>
            <a:avLst/>
            <a:gdLst/>
            <a:ahLst/>
            <a:cxnLst/>
            <a:rect l="l" t="t" r="r" b="b"/>
            <a:pathLst>
              <a:path w="201956" h="151558">
                <a:moveTo>
                  <a:pt x="201956" y="39694"/>
                </a:moveTo>
                <a:lnTo>
                  <a:pt x="68521" y="39694"/>
                </a:lnTo>
                <a:lnTo>
                  <a:pt x="68521" y="0"/>
                </a:lnTo>
                <a:lnTo>
                  <a:pt x="0" y="75779"/>
                </a:lnTo>
                <a:lnTo>
                  <a:pt x="68521" y="151558"/>
                </a:lnTo>
                <a:lnTo>
                  <a:pt x="68521" y="111865"/>
                </a:lnTo>
                <a:lnTo>
                  <a:pt x="201956" y="111865"/>
                </a:lnTo>
                <a:close/>
              </a:path>
            </a:pathLst>
          </a:custGeom>
          <a:solidFill>
            <a:srgbClr val="159BD3"/>
          </a:solidFill>
          <a:ln w="8255">
            <a:solidFill>
              <a:srgbClr val="24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arrow_front_72"/>
          <p:cNvSpPr/>
          <p:nvPr/>
        </p:nvSpPr>
        <p:spPr>
          <a:xfrm>
            <a:off x="2362162" y="1667281"/>
            <a:ext cx="108191" cy="151558"/>
          </a:xfrm>
          <a:custGeom>
            <a:avLst/>
            <a:gdLst/>
            <a:ahLst/>
            <a:cxnLst/>
            <a:rect l="l" t="t" r="r" b="b"/>
            <a:pathLst>
              <a:path w="108191" h="151558">
                <a:moveTo>
                  <a:pt x="0" y="111864"/>
                </a:moveTo>
                <a:lnTo>
                  <a:pt x="39670" y="111864"/>
                </a:lnTo>
                <a:lnTo>
                  <a:pt x="39670" y="151558"/>
                </a:lnTo>
                <a:lnTo>
                  <a:pt x="108191" y="75779"/>
                </a:lnTo>
                <a:lnTo>
                  <a:pt x="39670" y="0"/>
                </a:lnTo>
                <a:lnTo>
                  <a:pt x="39670" y="39693"/>
                </a:lnTo>
                <a:lnTo>
                  <a:pt x="0" y="39693"/>
                </a:lnTo>
                <a:close/>
              </a:path>
            </a:pathLst>
          </a:custGeom>
          <a:solidFill>
            <a:srgbClr val="315791"/>
          </a:solidFill>
          <a:ln w="8255">
            <a:solidFill>
              <a:srgbClr val="24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arrow_front_73"/>
          <p:cNvSpPr/>
          <p:nvPr/>
        </p:nvSpPr>
        <p:spPr>
          <a:xfrm>
            <a:off x="1280256" y="1865749"/>
            <a:ext cx="198349" cy="151558"/>
          </a:xfrm>
          <a:custGeom>
            <a:avLst/>
            <a:gdLst/>
            <a:ahLst/>
            <a:cxnLst/>
            <a:rect l="l" t="t" r="r" b="b"/>
            <a:pathLst>
              <a:path w="198349" h="151558">
                <a:moveTo>
                  <a:pt x="198349" y="39694"/>
                </a:moveTo>
                <a:lnTo>
                  <a:pt x="68520" y="39694"/>
                </a:lnTo>
                <a:lnTo>
                  <a:pt x="68520" y="0"/>
                </a:lnTo>
                <a:lnTo>
                  <a:pt x="0" y="75779"/>
                </a:lnTo>
                <a:lnTo>
                  <a:pt x="68520" y="151558"/>
                </a:lnTo>
                <a:lnTo>
                  <a:pt x="68520" y="111865"/>
                </a:lnTo>
                <a:lnTo>
                  <a:pt x="198349" y="111865"/>
                </a:lnTo>
                <a:close/>
              </a:path>
            </a:pathLst>
          </a:custGeom>
          <a:solidFill>
            <a:srgbClr val="159BD3"/>
          </a:solidFill>
          <a:ln w="8255">
            <a:solidFill>
              <a:srgbClr val="24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arrow_front_74"/>
          <p:cNvSpPr/>
          <p:nvPr/>
        </p:nvSpPr>
        <p:spPr>
          <a:xfrm>
            <a:off x="706845" y="303260"/>
            <a:ext cx="72127" cy="151558"/>
          </a:xfrm>
          <a:custGeom>
            <a:avLst/>
            <a:gdLst/>
            <a:ahLst/>
            <a:cxnLst/>
            <a:rect l="l" t="t" r="r" b="b"/>
            <a:pathLst>
              <a:path w="72127" h="151558">
                <a:moveTo>
                  <a:pt x="0" y="111864"/>
                </a:moveTo>
                <a:lnTo>
                  <a:pt x="3606" y="111864"/>
                </a:lnTo>
                <a:lnTo>
                  <a:pt x="3606" y="151558"/>
                </a:lnTo>
                <a:lnTo>
                  <a:pt x="72127" y="75779"/>
                </a:lnTo>
                <a:lnTo>
                  <a:pt x="3606" y="0"/>
                </a:lnTo>
                <a:lnTo>
                  <a:pt x="3606" y="39693"/>
                </a:lnTo>
                <a:lnTo>
                  <a:pt x="0" y="39693"/>
                </a:lnTo>
                <a:close/>
              </a:path>
            </a:pathLst>
          </a:custGeom>
          <a:solidFill>
            <a:srgbClr val="159BD3"/>
          </a:solidFill>
          <a:ln w="8255">
            <a:solidFill>
              <a:srgbClr val="24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arrow_highlight_75"/>
          <p:cNvSpPr/>
          <p:nvPr/>
        </p:nvSpPr>
        <p:spPr>
          <a:xfrm>
            <a:off x="1961857" y="718240"/>
            <a:ext cx="144254" cy="0"/>
          </a:xfrm>
          <a:custGeom>
            <a:avLst/>
            <a:gdLst/>
            <a:ahLst/>
            <a:cxnLst/>
            <a:rect l="l" t="t" r="r" b="b"/>
            <a:pathLst>
              <a:path w="144254" h="0">
                <a:moveTo>
                  <a:pt x="0" y="0"/>
                </a:moveTo>
                <a:lnTo>
                  <a:pt x="144254" y="0"/>
                </a:lnTo>
              </a:path>
            </a:pathLst>
          </a:custGeom>
          <a:noFill/>
          <a:ln w="8255">
            <a:solidFill>
              <a:srgbClr val="86D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arrow_highlight_76"/>
          <p:cNvSpPr/>
          <p:nvPr/>
        </p:nvSpPr>
        <p:spPr>
          <a:xfrm>
            <a:off x="3108678" y="534205"/>
            <a:ext cx="57701" cy="0"/>
          </a:xfrm>
          <a:custGeom>
            <a:avLst/>
            <a:gdLst/>
            <a:ahLst/>
            <a:cxnLst/>
            <a:rect l="l" t="t" r="r" b="b"/>
            <a:pathLst>
              <a:path w="57701" h="0">
                <a:moveTo>
                  <a:pt x="0" y="0"/>
                </a:moveTo>
                <a:lnTo>
                  <a:pt x="57701" y="0"/>
                </a:lnTo>
              </a:path>
            </a:pathLst>
          </a:custGeom>
          <a:noFill/>
          <a:ln w="8255">
            <a:solidFill>
              <a:srgbClr val="86D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arrow_highlight_77"/>
          <p:cNvSpPr/>
          <p:nvPr/>
        </p:nvSpPr>
        <p:spPr>
          <a:xfrm>
            <a:off x="3429643" y="1111568"/>
            <a:ext cx="46883" cy="0"/>
          </a:xfrm>
          <a:custGeom>
            <a:avLst/>
            <a:gdLst/>
            <a:ahLst/>
            <a:cxnLst/>
            <a:rect l="l" t="t" r="r" b="b"/>
            <a:pathLst>
              <a:path w="46883" h="0">
                <a:moveTo>
                  <a:pt x="0" y="0"/>
                </a:moveTo>
                <a:lnTo>
                  <a:pt x="46883" y="0"/>
                </a:lnTo>
              </a:path>
            </a:pathLst>
          </a:custGeom>
          <a:noFill/>
          <a:ln w="8255">
            <a:solidFill>
              <a:srgbClr val="86D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arrow_highlight_78"/>
          <p:cNvSpPr/>
          <p:nvPr/>
        </p:nvSpPr>
        <p:spPr>
          <a:xfrm>
            <a:off x="4363689" y="1241475"/>
            <a:ext cx="0" cy="108256"/>
          </a:xfrm>
          <a:custGeom>
            <a:avLst/>
            <a:gdLst/>
            <a:ahLst/>
            <a:cxnLst/>
            <a:rect l="l" t="t" r="r" b="b"/>
            <a:pathLst>
              <a:path w="0" h="108256">
                <a:moveTo>
                  <a:pt x="0" y="0"/>
                </a:moveTo>
                <a:lnTo>
                  <a:pt x="0" y="108256"/>
                </a:lnTo>
              </a:path>
            </a:pathLst>
          </a:custGeom>
          <a:noFill/>
          <a:ln w="8255">
            <a:solidFill>
              <a:srgbClr val="86D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arrow_highlight_79"/>
          <p:cNvSpPr/>
          <p:nvPr/>
        </p:nvSpPr>
        <p:spPr>
          <a:xfrm>
            <a:off x="3527015" y="1905443"/>
            <a:ext cx="133435" cy="0"/>
          </a:xfrm>
          <a:custGeom>
            <a:avLst/>
            <a:gdLst/>
            <a:ahLst/>
            <a:cxnLst/>
            <a:rect l="l" t="t" r="r" b="b"/>
            <a:pathLst>
              <a:path w="133435" h="0">
                <a:moveTo>
                  <a:pt x="133435" y="0"/>
                </a:moveTo>
                <a:lnTo>
                  <a:pt x="0" y="0"/>
                </a:lnTo>
              </a:path>
            </a:pathLst>
          </a:custGeom>
          <a:noFill/>
          <a:ln w="8255">
            <a:solidFill>
              <a:srgbClr val="86D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arrow_highlight_80"/>
          <p:cNvSpPr/>
          <p:nvPr/>
        </p:nvSpPr>
        <p:spPr>
          <a:xfrm>
            <a:off x="2362162" y="1779145"/>
            <a:ext cx="39670" cy="0"/>
          </a:xfrm>
          <a:custGeom>
            <a:avLst/>
            <a:gdLst/>
            <a:ahLst/>
            <a:cxnLst/>
            <a:rect l="l" t="t" r="r" b="b"/>
            <a:pathLst>
              <a:path w="39670" h="0">
                <a:moveTo>
                  <a:pt x="0" y="0"/>
                </a:moveTo>
                <a:lnTo>
                  <a:pt x="39670" y="0"/>
                </a:lnTo>
              </a:path>
            </a:pathLst>
          </a:custGeom>
          <a:noFill/>
          <a:ln w="8255">
            <a:solidFill>
              <a:srgbClr val="86D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arrow_highlight_81"/>
          <p:cNvSpPr/>
          <p:nvPr/>
        </p:nvSpPr>
        <p:spPr>
          <a:xfrm>
            <a:off x="1348776" y="1905443"/>
            <a:ext cx="129829" cy="0"/>
          </a:xfrm>
          <a:custGeom>
            <a:avLst/>
            <a:gdLst/>
            <a:ahLst/>
            <a:cxnLst/>
            <a:rect l="l" t="t" r="r" b="b"/>
            <a:pathLst>
              <a:path w="129829" h="0">
                <a:moveTo>
                  <a:pt x="129829" y="0"/>
                </a:moveTo>
                <a:lnTo>
                  <a:pt x="0" y="0"/>
                </a:lnTo>
              </a:path>
            </a:pathLst>
          </a:custGeom>
          <a:noFill/>
          <a:ln w="8255">
            <a:solidFill>
              <a:srgbClr val="86D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arrow_highlight_82"/>
          <p:cNvSpPr/>
          <p:nvPr/>
        </p:nvSpPr>
        <p:spPr>
          <a:xfrm>
            <a:off x="706845" y="415124"/>
            <a:ext cx="3606" cy="0"/>
          </a:xfrm>
          <a:custGeom>
            <a:avLst/>
            <a:gdLst/>
            <a:ahLst/>
            <a:cxnLst/>
            <a:rect l="l" t="t" r="r" b="b"/>
            <a:pathLst>
              <a:path w="3606" h="0">
                <a:moveTo>
                  <a:pt x="0" y="0"/>
                </a:moveTo>
                <a:lnTo>
                  <a:pt x="3606" y="0"/>
                </a:lnTo>
              </a:path>
            </a:pathLst>
          </a:custGeom>
          <a:noFill/>
          <a:ln w="8255">
            <a:solidFill>
              <a:srgbClr val="86D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Evidence-to-decision framework, editable v2</dc:title>
  <dc:subject>Native text and vector components; synthetic evidence; monitoring proposed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