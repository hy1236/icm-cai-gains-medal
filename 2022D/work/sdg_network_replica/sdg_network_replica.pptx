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6779361" y="2331401"/>
            <a:ext cx="1741018" cy="2183395"/>
          </a:xfrm>
          <a:prstGeom prst="line">
            <a:avLst/>
          </a:prstGeom>
          <a:ln w="47656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H="1" flipV="1">
            <a:off x="6561734" y="1033165"/>
            <a:ext cx="217627" cy="3481631"/>
          </a:xfrm>
          <a:prstGeom prst="line">
            <a:avLst/>
          </a:prstGeom>
          <a:ln w="26511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6779361" y="3452604"/>
            <a:ext cx="761695" cy="1062192"/>
          </a:xfrm>
          <a:prstGeom prst="line">
            <a:avLst/>
          </a:prstGeom>
          <a:ln w="33940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6779361" y="2036347"/>
            <a:ext cx="3264408" cy="2478449"/>
          </a:xfrm>
          <a:prstGeom prst="line">
            <a:avLst/>
          </a:prstGeom>
          <a:ln w="41370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 flipV="1">
            <a:off x="4385462" y="2626454"/>
            <a:ext cx="2393899" cy="1888342"/>
          </a:xfrm>
          <a:prstGeom prst="line">
            <a:avLst/>
          </a:prstGeom>
          <a:ln w="48799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2862072" y="3452604"/>
            <a:ext cx="3917289" cy="1062192"/>
          </a:xfrm>
          <a:prstGeom prst="line">
            <a:avLst/>
          </a:prstGeom>
          <a:ln w="27654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779361" y="3924689"/>
            <a:ext cx="2176272" cy="590107"/>
          </a:xfrm>
          <a:prstGeom prst="line">
            <a:avLst/>
          </a:prstGeom>
          <a:ln w="35083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5364784" y="4514796"/>
            <a:ext cx="1414577" cy="472086"/>
          </a:xfrm>
          <a:prstGeom prst="line">
            <a:avLst/>
          </a:prstGeom>
          <a:ln w="42513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779361" y="3098540"/>
            <a:ext cx="3264408" cy="1416256"/>
          </a:xfrm>
          <a:prstGeom prst="line">
            <a:avLst/>
          </a:prstGeom>
          <a:ln w="49942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5255971" y="3806668"/>
            <a:ext cx="1523390" cy="708128"/>
          </a:xfrm>
          <a:prstGeom prst="line">
            <a:avLst/>
          </a:prstGeom>
          <a:ln w="28797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4059021" y="4160732"/>
            <a:ext cx="2720340" cy="354064"/>
          </a:xfrm>
          <a:prstGeom prst="line">
            <a:avLst/>
          </a:prstGeom>
          <a:ln w="36226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3732580" y="1564261"/>
            <a:ext cx="3046781" cy="2950535"/>
          </a:xfrm>
          <a:prstGeom prst="line">
            <a:avLst/>
          </a:prstGeom>
          <a:ln w="43656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2535631" y="1918326"/>
            <a:ext cx="4243730" cy="2596470"/>
          </a:xfrm>
          <a:prstGeom prst="line">
            <a:avLst/>
          </a:prstGeom>
          <a:ln w="22510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4820716" y="1092176"/>
            <a:ext cx="1958645" cy="3422620"/>
          </a:xfrm>
          <a:prstGeom prst="line">
            <a:avLst/>
          </a:prstGeom>
          <a:ln w="29940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779361" y="1328219"/>
            <a:ext cx="2393899" cy="3186577"/>
          </a:xfrm>
          <a:prstGeom prst="line">
            <a:avLst/>
          </a:prstGeom>
          <a:ln w="37369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6344107" y="2508433"/>
            <a:ext cx="435254" cy="2006363"/>
          </a:xfrm>
          <a:prstGeom prst="line">
            <a:avLst/>
          </a:prstGeom>
          <a:ln w="72548">
            <a:solidFill>
              <a:srgbClr val="1F3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6561734" y="1033165"/>
            <a:ext cx="1958645" cy="1298236"/>
          </a:xfrm>
          <a:prstGeom prst="line">
            <a:avLst/>
          </a:prstGeom>
          <a:ln w="43084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7541056" y="2331401"/>
            <a:ext cx="979323" cy="1121203"/>
          </a:xfrm>
          <a:prstGeom prst="line">
            <a:avLst/>
          </a:prstGeom>
          <a:ln w="23939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520379" y="2036347"/>
            <a:ext cx="1523390" cy="295054"/>
          </a:xfrm>
          <a:prstGeom prst="line">
            <a:avLst/>
          </a:prstGeom>
          <a:ln w="33369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4385462" y="2331401"/>
            <a:ext cx="4134917" cy="295053"/>
          </a:xfrm>
          <a:prstGeom prst="line">
            <a:avLst/>
          </a:prstGeom>
          <a:ln w="42799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2862072" y="2331401"/>
            <a:ext cx="5658307" cy="1121203"/>
          </a:xfrm>
          <a:prstGeom prst="line">
            <a:avLst/>
          </a:prstGeom>
          <a:ln w="23653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520379" y="2331401"/>
            <a:ext cx="435254" cy="1593288"/>
          </a:xfrm>
          <a:prstGeom prst="line">
            <a:avLst/>
          </a:prstGeom>
          <a:ln w="33083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5364784" y="2331401"/>
            <a:ext cx="3155595" cy="2655481"/>
          </a:xfrm>
          <a:prstGeom prst="line">
            <a:avLst/>
          </a:prstGeom>
          <a:ln w="42513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520379" y="2331401"/>
            <a:ext cx="1523390" cy="767139"/>
          </a:xfrm>
          <a:prstGeom prst="line">
            <a:avLst/>
          </a:prstGeom>
          <a:ln w="23368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5255971" y="2331401"/>
            <a:ext cx="3264408" cy="1475267"/>
          </a:xfrm>
          <a:prstGeom prst="line">
            <a:avLst/>
          </a:prstGeom>
          <a:ln w="32797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4059021" y="2331401"/>
            <a:ext cx="4461358" cy="1829331"/>
          </a:xfrm>
          <a:prstGeom prst="line">
            <a:avLst/>
          </a:prstGeom>
          <a:ln w="42227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3732580" y="1564261"/>
            <a:ext cx="4787799" cy="767140"/>
          </a:xfrm>
          <a:prstGeom prst="line">
            <a:avLst/>
          </a:prstGeom>
          <a:ln w="23082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2535631" y="1918326"/>
            <a:ext cx="5984748" cy="413075"/>
          </a:xfrm>
          <a:prstGeom prst="line">
            <a:avLst/>
          </a:prstGeom>
          <a:ln w="32512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4820716" y="1092176"/>
            <a:ext cx="3699663" cy="1239225"/>
          </a:xfrm>
          <a:prstGeom prst="line">
            <a:avLst/>
          </a:prstGeom>
          <a:ln w="41941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520379" y="1328219"/>
            <a:ext cx="652881" cy="1003182"/>
          </a:xfrm>
          <a:prstGeom prst="line">
            <a:avLst/>
          </a:prstGeom>
          <a:ln w="22796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6344107" y="2331401"/>
            <a:ext cx="2176272" cy="177032"/>
          </a:xfrm>
          <a:prstGeom prst="line">
            <a:avLst/>
          </a:prstGeom>
          <a:ln w="51593">
            <a:solidFill>
              <a:srgbClr val="1F3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561734" y="1033165"/>
            <a:ext cx="979322" cy="2419439"/>
          </a:xfrm>
          <a:prstGeom prst="line">
            <a:avLst/>
          </a:prstGeom>
          <a:ln w="42513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561734" y="1033165"/>
            <a:ext cx="3482035" cy="1003182"/>
          </a:xfrm>
          <a:prstGeom prst="line">
            <a:avLst/>
          </a:prstGeom>
          <a:ln w="25368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4385462" y="1033165"/>
            <a:ext cx="2176272" cy="1593289"/>
          </a:xfrm>
          <a:prstGeom prst="line">
            <a:avLst/>
          </a:prstGeom>
          <a:ln w="36798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2862072" y="1033165"/>
            <a:ext cx="3699662" cy="2419439"/>
          </a:xfrm>
          <a:prstGeom prst="line">
            <a:avLst/>
          </a:prstGeom>
          <a:ln w="48228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561734" y="1033165"/>
            <a:ext cx="2393899" cy="2891524"/>
          </a:xfrm>
          <a:prstGeom prst="line">
            <a:avLst/>
          </a:prstGeom>
          <a:ln w="31083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5364784" y="1033165"/>
            <a:ext cx="1196950" cy="3953717"/>
          </a:xfrm>
          <a:prstGeom prst="line">
            <a:avLst/>
          </a:prstGeom>
          <a:ln w="42513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561734" y="1033165"/>
            <a:ext cx="3482035" cy="2065375"/>
          </a:xfrm>
          <a:prstGeom prst="line">
            <a:avLst/>
          </a:prstGeom>
          <a:ln w="25368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5255971" y="1033165"/>
            <a:ext cx="1305763" cy="2773503"/>
          </a:xfrm>
          <a:prstGeom prst="line">
            <a:avLst/>
          </a:prstGeom>
          <a:ln w="36798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4059021" y="1033165"/>
            <a:ext cx="2502713" cy="3127567"/>
          </a:xfrm>
          <a:prstGeom prst="line">
            <a:avLst/>
          </a:prstGeom>
          <a:ln w="48228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3732580" y="1033165"/>
            <a:ext cx="2829154" cy="531096"/>
          </a:xfrm>
          <a:prstGeom prst="line">
            <a:avLst/>
          </a:prstGeom>
          <a:ln w="31083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2535631" y="1033165"/>
            <a:ext cx="4026103" cy="885161"/>
          </a:xfrm>
          <a:prstGeom prst="line">
            <a:avLst/>
          </a:prstGeom>
          <a:ln w="42513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4820716" y="1033165"/>
            <a:ext cx="1741018" cy="59011"/>
          </a:xfrm>
          <a:prstGeom prst="line">
            <a:avLst/>
          </a:prstGeom>
          <a:ln w="25368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561734" y="1033165"/>
            <a:ext cx="2611526" cy="295054"/>
          </a:xfrm>
          <a:prstGeom prst="line">
            <a:avLst/>
          </a:prstGeom>
          <a:ln w="36798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6344107" y="1033165"/>
            <a:ext cx="217627" cy="1475268"/>
          </a:xfrm>
          <a:prstGeom prst="line">
            <a:avLst/>
          </a:prstGeom>
          <a:ln w="78263">
            <a:solidFill>
              <a:srgbClr val="1F3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7541056" y="2036347"/>
            <a:ext cx="2502713" cy="1416257"/>
          </a:xfrm>
          <a:prstGeom prst="line">
            <a:avLst/>
          </a:prstGeom>
          <a:ln w="45942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 flipV="1">
            <a:off x="4385462" y="2626454"/>
            <a:ext cx="3155594" cy="826150"/>
          </a:xfrm>
          <a:prstGeom prst="line">
            <a:avLst/>
          </a:prstGeom>
          <a:ln w="30797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2862072" y="3452604"/>
            <a:ext cx="4678984" cy="0"/>
          </a:xfrm>
          <a:prstGeom prst="line">
            <a:avLst/>
          </a:prstGeom>
          <a:ln w="44227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541056" y="3452604"/>
            <a:ext cx="1414577" cy="472085"/>
          </a:xfrm>
          <a:prstGeom prst="line">
            <a:avLst/>
          </a:prstGeom>
          <a:ln w="29083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5364784" y="3452604"/>
            <a:ext cx="2176272" cy="1534278"/>
          </a:xfrm>
          <a:prstGeom prst="line">
            <a:avLst/>
          </a:prstGeom>
          <a:ln w="42513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7541056" y="3098540"/>
            <a:ext cx="2502713" cy="354064"/>
          </a:xfrm>
          <a:prstGeom prst="line">
            <a:avLst/>
          </a:prstGeom>
          <a:ln w="27368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5255971" y="3452604"/>
            <a:ext cx="2285085" cy="354064"/>
          </a:xfrm>
          <a:prstGeom prst="line">
            <a:avLst/>
          </a:prstGeom>
          <a:ln w="40798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4059021" y="3452604"/>
            <a:ext cx="3482035" cy="708128"/>
          </a:xfrm>
          <a:prstGeom prst="line">
            <a:avLst/>
          </a:prstGeom>
          <a:ln w="25654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 flipV="1">
            <a:off x="3732580" y="1564261"/>
            <a:ext cx="3808476" cy="1888343"/>
          </a:xfrm>
          <a:prstGeom prst="line">
            <a:avLst/>
          </a:prstGeom>
          <a:ln w="39084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 flipV="1">
            <a:off x="2535631" y="1918326"/>
            <a:ext cx="5005425" cy="1534278"/>
          </a:xfrm>
          <a:prstGeom prst="line">
            <a:avLst/>
          </a:prstGeom>
          <a:ln w="23939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 flipV="1">
            <a:off x="4820716" y="1092176"/>
            <a:ext cx="2720340" cy="2360428"/>
          </a:xfrm>
          <a:prstGeom prst="line">
            <a:avLst/>
          </a:prstGeom>
          <a:ln w="37369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7541056" y="1328219"/>
            <a:ext cx="1632204" cy="2124385"/>
          </a:xfrm>
          <a:prstGeom prst="line">
            <a:avLst/>
          </a:prstGeom>
          <a:ln w="22225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 flipV="1">
            <a:off x="6344107" y="2508433"/>
            <a:ext cx="1196949" cy="944171"/>
          </a:xfrm>
          <a:prstGeom prst="line">
            <a:avLst/>
          </a:prstGeom>
          <a:ln w="57308">
            <a:solidFill>
              <a:srgbClr val="1F3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4385462" y="2036347"/>
            <a:ext cx="5658307" cy="590107"/>
          </a:xfrm>
          <a:prstGeom prst="line">
            <a:avLst/>
          </a:prstGeom>
          <a:ln w="24796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2862072" y="2036347"/>
            <a:ext cx="7181697" cy="1416257"/>
          </a:xfrm>
          <a:prstGeom prst="line">
            <a:avLst/>
          </a:prstGeom>
          <a:ln w="40227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8955633" y="2036347"/>
            <a:ext cx="1088136" cy="1888342"/>
          </a:xfrm>
          <a:prstGeom prst="line">
            <a:avLst/>
          </a:prstGeom>
          <a:ln w="27082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5364784" y="2036347"/>
            <a:ext cx="4678985" cy="2950535"/>
          </a:xfrm>
          <a:prstGeom prst="line">
            <a:avLst/>
          </a:prstGeom>
          <a:ln w="42513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0043769" y="2036347"/>
            <a:ext cx="0" cy="1062193"/>
          </a:xfrm>
          <a:prstGeom prst="line">
            <a:avLst/>
          </a:prstGeom>
          <a:ln w="29368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5255971" y="2036347"/>
            <a:ext cx="4787798" cy="1770321"/>
          </a:xfrm>
          <a:prstGeom prst="line">
            <a:avLst/>
          </a:prstGeom>
          <a:ln w="44799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>
            <a:off x="4059021" y="2036347"/>
            <a:ext cx="5984748" cy="2124385"/>
          </a:xfrm>
          <a:prstGeom prst="line">
            <a:avLst/>
          </a:prstGeom>
          <a:ln w="31654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3732580" y="1564261"/>
            <a:ext cx="6311189" cy="472086"/>
          </a:xfrm>
          <a:prstGeom prst="line">
            <a:avLst/>
          </a:prstGeom>
          <a:ln w="47085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2535631" y="1918326"/>
            <a:ext cx="7508138" cy="118021"/>
          </a:xfrm>
          <a:prstGeom prst="line">
            <a:avLst/>
          </a:prstGeom>
          <a:ln w="33940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4820716" y="1092176"/>
            <a:ext cx="5223053" cy="944171"/>
          </a:xfrm>
          <a:prstGeom prst="line">
            <a:avLst/>
          </a:prstGeom>
          <a:ln w="49371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 flipV="1">
            <a:off x="9173260" y="1328219"/>
            <a:ext cx="870509" cy="708128"/>
          </a:xfrm>
          <a:prstGeom prst="line">
            <a:avLst/>
          </a:prstGeom>
          <a:ln w="36226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6344107" y="2036347"/>
            <a:ext cx="3699662" cy="472086"/>
          </a:xfrm>
          <a:prstGeom prst="line">
            <a:avLst/>
          </a:prstGeom>
          <a:ln w="36353">
            <a:solidFill>
              <a:srgbClr val="1F3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2862072" y="2626454"/>
            <a:ext cx="1523390" cy="826150"/>
          </a:xfrm>
          <a:prstGeom prst="line">
            <a:avLst/>
          </a:prstGeom>
          <a:ln w="36226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4385462" y="2626454"/>
            <a:ext cx="4570171" cy="1298235"/>
          </a:xfrm>
          <a:prstGeom prst="line">
            <a:avLst/>
          </a:prstGeom>
          <a:ln w="25082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385462" y="2626454"/>
            <a:ext cx="979322" cy="2360428"/>
          </a:xfrm>
          <a:prstGeom prst="line">
            <a:avLst/>
          </a:prstGeom>
          <a:ln w="42513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385462" y="2626454"/>
            <a:ext cx="5658307" cy="472086"/>
          </a:xfrm>
          <a:prstGeom prst="line">
            <a:avLst/>
          </a:prstGeom>
          <a:ln w="31368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4385462" y="2626454"/>
            <a:ext cx="870509" cy="1180214"/>
          </a:xfrm>
          <a:prstGeom prst="line">
            <a:avLst/>
          </a:prstGeom>
          <a:ln w="48799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>
            <a:off x="4059021" y="2626454"/>
            <a:ext cx="326441" cy="1534278"/>
          </a:xfrm>
          <a:prstGeom prst="line">
            <a:avLst/>
          </a:prstGeom>
          <a:ln w="37655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H="1" flipV="1">
            <a:off x="3732580" y="1564261"/>
            <a:ext cx="652882" cy="1062193"/>
          </a:xfrm>
          <a:prstGeom prst="line">
            <a:avLst/>
          </a:prstGeom>
          <a:ln w="26511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H="1" flipV="1">
            <a:off x="2535631" y="1918326"/>
            <a:ext cx="1849831" cy="708128"/>
          </a:xfrm>
          <a:prstGeom prst="line">
            <a:avLst/>
          </a:prstGeom>
          <a:ln w="43942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4385462" y="1092176"/>
            <a:ext cx="435254" cy="1534278"/>
          </a:xfrm>
          <a:prstGeom prst="line">
            <a:avLst/>
          </a:prstGeom>
          <a:ln w="32797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4385462" y="1328219"/>
            <a:ext cx="4787798" cy="1298235"/>
          </a:xfrm>
          <a:prstGeom prst="line">
            <a:avLst/>
          </a:prstGeom>
          <a:ln w="50228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4385462" y="2508433"/>
            <a:ext cx="1958645" cy="118021"/>
          </a:xfrm>
          <a:prstGeom prst="line">
            <a:avLst/>
          </a:prstGeom>
          <a:ln w="63023">
            <a:solidFill>
              <a:srgbClr val="1F3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862072" y="3452604"/>
            <a:ext cx="6093561" cy="472085"/>
          </a:xfrm>
          <a:prstGeom prst="line">
            <a:avLst/>
          </a:prstGeom>
          <a:ln w="23082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862072" y="3452604"/>
            <a:ext cx="2502712" cy="1534278"/>
          </a:xfrm>
          <a:prstGeom prst="line">
            <a:avLst/>
          </a:prstGeom>
          <a:ln w="42513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2862072" y="3098540"/>
            <a:ext cx="7181697" cy="354064"/>
          </a:xfrm>
          <a:prstGeom prst="line">
            <a:avLst/>
          </a:prstGeom>
          <a:ln w="33369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862072" y="3452604"/>
            <a:ext cx="2393899" cy="354064"/>
          </a:xfrm>
          <a:prstGeom prst="line">
            <a:avLst/>
          </a:prstGeom>
          <a:ln w="24225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862072" y="3452604"/>
            <a:ext cx="1196949" cy="708128"/>
          </a:xfrm>
          <a:prstGeom prst="line">
            <a:avLst/>
          </a:prstGeom>
          <a:ln w="43656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2862072" y="1564261"/>
            <a:ext cx="870508" cy="1888343"/>
          </a:xfrm>
          <a:prstGeom prst="line">
            <a:avLst/>
          </a:prstGeom>
          <a:ln w="34512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H="1" flipV="1">
            <a:off x="2535631" y="1918326"/>
            <a:ext cx="326441" cy="1534278"/>
          </a:xfrm>
          <a:prstGeom prst="line">
            <a:avLst/>
          </a:prstGeom>
          <a:ln w="25368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2862072" y="1092176"/>
            <a:ext cx="1958644" cy="2360428"/>
          </a:xfrm>
          <a:prstGeom prst="line">
            <a:avLst/>
          </a:prstGeom>
          <a:ln w="44799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2862072" y="1328219"/>
            <a:ext cx="6311188" cy="2124385"/>
          </a:xfrm>
          <a:prstGeom prst="line">
            <a:avLst/>
          </a:prstGeom>
          <a:ln w="35655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2862072" y="2508433"/>
            <a:ext cx="3482035" cy="944171"/>
          </a:xfrm>
          <a:prstGeom prst="line">
            <a:avLst/>
          </a:prstGeom>
          <a:ln w="42068">
            <a:solidFill>
              <a:srgbClr val="1F3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H="1">
            <a:off x="5364784" y="3924689"/>
            <a:ext cx="3590849" cy="1062193"/>
          </a:xfrm>
          <a:prstGeom prst="line">
            <a:avLst/>
          </a:prstGeom>
          <a:ln w="42513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8955633" y="3098540"/>
            <a:ext cx="1088136" cy="826149"/>
          </a:xfrm>
          <a:prstGeom prst="line">
            <a:avLst/>
          </a:prstGeom>
          <a:ln w="35369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H="1" flipV="1">
            <a:off x="5255971" y="3806668"/>
            <a:ext cx="3699662" cy="118021"/>
          </a:xfrm>
          <a:prstGeom prst="line">
            <a:avLst/>
          </a:prstGeom>
          <a:ln w="28225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H="1">
            <a:off x="4059021" y="3924689"/>
            <a:ext cx="4896612" cy="236043"/>
          </a:xfrm>
          <a:prstGeom prst="line">
            <a:avLst/>
          </a:prstGeom>
          <a:ln w="49657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H="1" flipV="1">
            <a:off x="3732580" y="1564261"/>
            <a:ext cx="5223053" cy="2360428"/>
          </a:xfrm>
          <a:prstGeom prst="line">
            <a:avLst/>
          </a:prstGeom>
          <a:ln w="42513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 flipV="1">
            <a:off x="2535631" y="1918326"/>
            <a:ext cx="6420002" cy="2006363"/>
          </a:xfrm>
          <a:prstGeom prst="line">
            <a:avLst/>
          </a:prstGeom>
          <a:ln w="35369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 flipV="1">
            <a:off x="4820716" y="1092176"/>
            <a:ext cx="4134917" cy="2832513"/>
          </a:xfrm>
          <a:prstGeom prst="line">
            <a:avLst/>
          </a:prstGeom>
          <a:ln w="28225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8955633" y="1328219"/>
            <a:ext cx="217627" cy="2596470"/>
          </a:xfrm>
          <a:prstGeom prst="line">
            <a:avLst/>
          </a:prstGeom>
          <a:ln w="49657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6344107" y="2508433"/>
            <a:ext cx="2611526" cy="1416256"/>
          </a:xfrm>
          <a:prstGeom prst="line">
            <a:avLst/>
          </a:prstGeom>
          <a:ln w="68738">
            <a:solidFill>
              <a:srgbClr val="1F3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5364784" y="3098540"/>
            <a:ext cx="4678985" cy="1888342"/>
          </a:xfrm>
          <a:prstGeom prst="line">
            <a:avLst/>
          </a:prstGeom>
          <a:ln w="37369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 flipV="1">
            <a:off x="5255971" y="3806668"/>
            <a:ext cx="108813" cy="1180214"/>
          </a:xfrm>
          <a:prstGeom prst="line">
            <a:avLst/>
          </a:prstGeom>
          <a:ln w="32226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 flipV="1">
            <a:off x="4059021" y="4160732"/>
            <a:ext cx="1305763" cy="826150"/>
          </a:xfrm>
          <a:prstGeom prst="line">
            <a:avLst/>
          </a:prstGeom>
          <a:ln w="27082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3732580" y="1564261"/>
            <a:ext cx="1632204" cy="3422621"/>
          </a:xfrm>
          <a:prstGeom prst="line">
            <a:avLst/>
          </a:prstGeom>
          <a:ln w="50514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H="1" flipV="1">
            <a:off x="2535631" y="1918326"/>
            <a:ext cx="2829153" cy="3068556"/>
          </a:xfrm>
          <a:prstGeom prst="line">
            <a:avLst/>
          </a:prstGeom>
          <a:ln w="45370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H="1" flipV="1">
            <a:off x="4820716" y="1092176"/>
            <a:ext cx="544068" cy="3894706"/>
          </a:xfrm>
          <a:prstGeom prst="line">
            <a:avLst/>
          </a:prstGeom>
          <a:ln w="40227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5364784" y="1328219"/>
            <a:ext cx="3808476" cy="3658663"/>
          </a:xfrm>
          <a:prstGeom prst="line">
            <a:avLst/>
          </a:prstGeom>
          <a:ln w="35083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5364784" y="2508433"/>
            <a:ext cx="979323" cy="2478449"/>
          </a:xfrm>
          <a:prstGeom prst="line">
            <a:avLst/>
          </a:prstGeom>
          <a:ln w="47783">
            <a:solidFill>
              <a:srgbClr val="1F3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H="1">
            <a:off x="5255971" y="3098540"/>
            <a:ext cx="4787798" cy="708128"/>
          </a:xfrm>
          <a:prstGeom prst="line">
            <a:avLst/>
          </a:prstGeom>
          <a:ln w="36226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H="1">
            <a:off x="4059021" y="3098540"/>
            <a:ext cx="5984748" cy="1062192"/>
          </a:xfrm>
          <a:prstGeom prst="line">
            <a:avLst/>
          </a:prstGeom>
          <a:ln w="33083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 flipV="1">
            <a:off x="3732580" y="1564261"/>
            <a:ext cx="6311189" cy="1534279"/>
          </a:xfrm>
          <a:prstGeom prst="line">
            <a:avLst/>
          </a:prstGeom>
          <a:ln w="29940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 flipV="1">
            <a:off x="2535631" y="1918326"/>
            <a:ext cx="7508138" cy="1180214"/>
          </a:xfrm>
          <a:prstGeom prst="line">
            <a:avLst/>
          </a:prstGeom>
          <a:ln w="26797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H="1" flipV="1">
            <a:off x="4820716" y="1092176"/>
            <a:ext cx="5223053" cy="2006364"/>
          </a:xfrm>
          <a:prstGeom prst="line">
            <a:avLst/>
          </a:prstGeom>
          <a:ln w="23653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H="1" flipV="1">
            <a:off x="9173260" y="1328219"/>
            <a:ext cx="870509" cy="1770321"/>
          </a:xfrm>
          <a:prstGeom prst="line">
            <a:avLst/>
          </a:prstGeom>
          <a:ln w="49085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 flipV="1">
            <a:off x="6344107" y="2508433"/>
            <a:ext cx="3699662" cy="590107"/>
          </a:xfrm>
          <a:prstGeom prst="line">
            <a:avLst/>
          </a:prstGeom>
          <a:ln w="74453">
            <a:solidFill>
              <a:srgbClr val="1F3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H="1">
            <a:off x="4059021" y="3806668"/>
            <a:ext cx="1196950" cy="354064"/>
          </a:xfrm>
          <a:prstGeom prst="line">
            <a:avLst/>
          </a:prstGeom>
          <a:ln w="39084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H="1" flipV="1">
            <a:off x="3732580" y="1564261"/>
            <a:ext cx="1523391" cy="2242407"/>
          </a:xfrm>
          <a:prstGeom prst="line">
            <a:avLst/>
          </a:prstGeom>
          <a:ln w="37941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H="1" flipV="1">
            <a:off x="2535631" y="1918326"/>
            <a:ext cx="2720340" cy="1888342"/>
          </a:xfrm>
          <a:prstGeom prst="line">
            <a:avLst/>
          </a:prstGeom>
          <a:ln w="36798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H="1" flipV="1">
            <a:off x="4820716" y="1092176"/>
            <a:ext cx="435255" cy="2714492"/>
          </a:xfrm>
          <a:prstGeom prst="line">
            <a:avLst/>
          </a:prstGeom>
          <a:ln w="35655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5255971" y="1328219"/>
            <a:ext cx="3917289" cy="2478449"/>
          </a:xfrm>
          <a:prstGeom prst="line">
            <a:avLst/>
          </a:prstGeom>
          <a:ln w="34512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5255971" y="2508433"/>
            <a:ext cx="1088136" cy="1298235"/>
          </a:xfrm>
          <a:prstGeom prst="line">
            <a:avLst/>
          </a:prstGeom>
          <a:ln w="53498">
            <a:solidFill>
              <a:srgbClr val="1F3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H="1" flipV="1">
            <a:off x="3732580" y="1564261"/>
            <a:ext cx="326441" cy="2596471"/>
          </a:xfrm>
          <a:prstGeom prst="line">
            <a:avLst/>
          </a:prstGeom>
          <a:ln w="45942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 flipV="1">
            <a:off x="2535631" y="1918326"/>
            <a:ext cx="1523390" cy="2242406"/>
          </a:xfrm>
          <a:prstGeom prst="line">
            <a:avLst/>
          </a:prstGeom>
          <a:ln w="46799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4059021" y="1092176"/>
            <a:ext cx="761695" cy="3068556"/>
          </a:xfrm>
          <a:prstGeom prst="line">
            <a:avLst/>
          </a:prstGeom>
          <a:ln w="47656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4059021" y="1328219"/>
            <a:ext cx="5114239" cy="2832513"/>
          </a:xfrm>
          <a:prstGeom prst="line">
            <a:avLst/>
          </a:prstGeom>
          <a:ln w="48514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4059021" y="2508433"/>
            <a:ext cx="2285086" cy="1652299"/>
          </a:xfrm>
          <a:prstGeom prst="line">
            <a:avLst/>
          </a:prstGeom>
          <a:ln w="80168">
            <a:solidFill>
              <a:srgbClr val="1F3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2535631" y="1564261"/>
            <a:ext cx="1196949" cy="354065"/>
          </a:xfrm>
          <a:prstGeom prst="line">
            <a:avLst/>
          </a:prstGeom>
          <a:ln w="28225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3732580" y="1092176"/>
            <a:ext cx="1088136" cy="472085"/>
          </a:xfrm>
          <a:prstGeom prst="line">
            <a:avLst/>
          </a:prstGeom>
          <a:ln w="31083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3732580" y="1328219"/>
            <a:ext cx="5440680" cy="236042"/>
          </a:xfrm>
          <a:prstGeom prst="line">
            <a:avLst/>
          </a:prstGeom>
          <a:ln w="33940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3732580" y="1564261"/>
            <a:ext cx="2611527" cy="944172"/>
          </a:xfrm>
          <a:prstGeom prst="line">
            <a:avLst/>
          </a:prstGeom>
          <a:ln w="59213">
            <a:solidFill>
              <a:srgbClr val="1F3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2535631" y="1092176"/>
            <a:ext cx="2285085" cy="826150"/>
          </a:xfrm>
          <a:prstGeom prst="line">
            <a:avLst/>
          </a:prstGeom>
          <a:ln w="43084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2535631" y="1328219"/>
            <a:ext cx="6637629" cy="590107"/>
          </a:xfrm>
          <a:prstGeom prst="line">
            <a:avLst/>
          </a:prstGeom>
          <a:ln w="47942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2535631" y="1918326"/>
            <a:ext cx="3808476" cy="590107"/>
          </a:xfrm>
          <a:prstGeom prst="line">
            <a:avLst/>
          </a:prstGeom>
          <a:ln w="38258">
            <a:solidFill>
              <a:srgbClr val="1F3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4820716" y="1092176"/>
            <a:ext cx="4352544" cy="236043"/>
          </a:xfrm>
          <a:prstGeom prst="line">
            <a:avLst/>
          </a:prstGeom>
          <a:ln w="33369">
            <a:solidFill>
              <a:srgbClr val="C9D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4820716" y="1092176"/>
            <a:ext cx="1523391" cy="1416257"/>
          </a:xfrm>
          <a:prstGeom prst="line">
            <a:avLst/>
          </a:prstGeom>
          <a:ln w="64928">
            <a:solidFill>
              <a:srgbClr val="1F3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>
            <a:off x="6344107" y="1328219"/>
            <a:ext cx="2829153" cy="1180214"/>
          </a:xfrm>
          <a:prstGeom prst="line">
            <a:avLst/>
          </a:prstGeom>
          <a:ln w="43973">
            <a:solidFill>
              <a:srgbClr val="1F3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Oval 137"/>
          <p:cNvSpPr/>
          <p:nvPr/>
        </p:nvSpPr>
        <p:spPr>
          <a:xfrm>
            <a:off x="6202284" y="2366610"/>
            <a:ext cx="283646" cy="283646"/>
          </a:xfrm>
          <a:prstGeom prst="ellipse">
            <a:avLst/>
          </a:prstGeom>
          <a:solidFill>
            <a:srgbClr val="19486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202284" y="2431848"/>
            <a:ext cx="283646" cy="96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17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202284" y="2519778"/>
            <a:ext cx="283646" cy="624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" b="1">
                <a:solidFill>
                  <a:srgbClr val="FFFFFF"/>
                </a:solidFill>
              </a:defRPr>
            </a:pPr>
            <a:r>
              <a:t>network</a:t>
            </a:r>
          </a:p>
        </p:txBody>
      </p:sp>
      <p:sp>
        <p:nvSpPr>
          <p:cNvPr id="141" name="Oval 140"/>
          <p:cNvSpPr/>
          <p:nvPr/>
        </p:nvSpPr>
        <p:spPr>
          <a:xfrm>
            <a:off x="6430655" y="902086"/>
            <a:ext cx="262158" cy="262158"/>
          </a:xfrm>
          <a:prstGeom prst="ellipse">
            <a:avLst/>
          </a:prstGeom>
          <a:solidFill>
            <a:srgbClr val="4C9F3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430655" y="962382"/>
            <a:ext cx="262158" cy="891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430655" y="1043651"/>
            <a:ext cx="262158" cy="576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50" b="1">
                <a:solidFill>
                  <a:srgbClr val="FFFFFF"/>
                </a:solidFill>
              </a:defRPr>
            </a:pPr>
            <a:r>
              <a:t>health</a:t>
            </a:r>
          </a:p>
        </p:txBody>
      </p:sp>
      <p:sp>
        <p:nvSpPr>
          <p:cNvPr id="144" name="Oval 143"/>
          <p:cNvSpPr/>
          <p:nvPr/>
        </p:nvSpPr>
        <p:spPr>
          <a:xfrm>
            <a:off x="9095902" y="1250861"/>
            <a:ext cx="154716" cy="154716"/>
          </a:xfrm>
          <a:prstGeom prst="ellipse">
            <a:avLst/>
          </a:prstGeom>
          <a:solidFill>
            <a:srgbClr val="00689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9095902" y="1286445"/>
            <a:ext cx="154716" cy="526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9095902" y="1334407"/>
            <a:ext cx="154716" cy="340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50" b="1">
                <a:solidFill>
                  <a:srgbClr val="FFFFFF"/>
                </a:solidFill>
              </a:defRPr>
            </a:pPr>
            <a:r>
              <a:t>peace</a:t>
            </a:r>
          </a:p>
        </p:txBody>
      </p:sp>
      <p:sp>
        <p:nvSpPr>
          <p:cNvPr id="147" name="Oval 146"/>
          <p:cNvSpPr/>
          <p:nvPr/>
        </p:nvSpPr>
        <p:spPr>
          <a:xfrm>
            <a:off x="9944923" y="1937501"/>
            <a:ext cx="197693" cy="197693"/>
          </a:xfrm>
          <a:prstGeom prst="ellipse">
            <a:avLst/>
          </a:prstGeom>
          <a:solidFill>
            <a:srgbClr val="FF3A2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944923" y="1982970"/>
            <a:ext cx="197693" cy="672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944923" y="2044255"/>
            <a:ext cx="197693" cy="434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50" b="1">
                <a:solidFill>
                  <a:srgbClr val="FFFFFF"/>
                </a:solidFill>
              </a:defRPr>
            </a:pPr>
            <a:r>
              <a:t>gender</a:t>
            </a:r>
          </a:p>
        </p:txBody>
      </p:sp>
      <p:sp>
        <p:nvSpPr>
          <p:cNvPr id="150" name="Oval 149"/>
          <p:cNvSpPr/>
          <p:nvPr/>
        </p:nvSpPr>
        <p:spPr>
          <a:xfrm>
            <a:off x="9970709" y="3025480"/>
            <a:ext cx="146121" cy="146121"/>
          </a:xfrm>
          <a:prstGeom prst="ellipse">
            <a:avLst/>
          </a:prstGeom>
          <a:solidFill>
            <a:srgbClr val="DD136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9970709" y="3059087"/>
            <a:ext cx="146121" cy="496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970709" y="3104385"/>
            <a:ext cx="146121" cy="3214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50" b="1">
                <a:solidFill>
                  <a:srgbClr val="FFFFFF"/>
                </a:solidFill>
              </a:defRPr>
            </a:pPr>
            <a:r>
              <a:t>eq</a:t>
            </a:r>
          </a:p>
        </p:txBody>
      </p:sp>
      <p:sp>
        <p:nvSpPr>
          <p:cNvPr id="153" name="Oval 152"/>
          <p:cNvSpPr/>
          <p:nvPr/>
        </p:nvSpPr>
        <p:spPr>
          <a:xfrm>
            <a:off x="8863233" y="3832289"/>
            <a:ext cx="184800" cy="184800"/>
          </a:xfrm>
          <a:prstGeom prst="ellipse">
            <a:avLst/>
          </a:prstGeom>
          <a:solidFill>
            <a:srgbClr val="A2194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863233" y="3874793"/>
            <a:ext cx="184800" cy="62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863233" y="3932081"/>
            <a:ext cx="184800" cy="40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50" b="1">
                <a:solidFill>
                  <a:srgbClr val="FFFFFF"/>
                </a:solidFill>
              </a:defRPr>
            </a:pPr>
            <a:r>
              <a:t>chart</a:t>
            </a:r>
          </a:p>
        </p:txBody>
      </p:sp>
      <p:sp>
        <p:nvSpPr>
          <p:cNvPr id="156" name="Oval 155"/>
          <p:cNvSpPr/>
          <p:nvPr/>
        </p:nvSpPr>
        <p:spPr>
          <a:xfrm>
            <a:off x="6656878" y="4392313"/>
            <a:ext cx="244967" cy="244967"/>
          </a:xfrm>
          <a:prstGeom prst="ellipse">
            <a:avLst/>
          </a:prstGeom>
          <a:solidFill>
            <a:srgbClr val="E5243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656878" y="4448655"/>
            <a:ext cx="244967" cy="832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656878" y="4524595"/>
            <a:ext cx="244967" cy="538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50" b="1">
                <a:solidFill>
                  <a:srgbClr val="FFFFFF"/>
                </a:solidFill>
              </a:defRPr>
            </a:pPr>
            <a:r>
              <a:t>people</a:t>
            </a:r>
          </a:p>
        </p:txBody>
      </p:sp>
      <p:sp>
        <p:nvSpPr>
          <p:cNvPr id="159" name="Oval 158"/>
          <p:cNvSpPr/>
          <p:nvPr/>
        </p:nvSpPr>
        <p:spPr>
          <a:xfrm>
            <a:off x="7427168" y="3338716"/>
            <a:ext cx="227777" cy="227777"/>
          </a:xfrm>
          <a:prstGeom prst="ellipse">
            <a:avLst/>
          </a:prstGeom>
          <a:solidFill>
            <a:srgbClr val="C5192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7427168" y="3391104"/>
            <a:ext cx="227777" cy="77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7427168" y="3461715"/>
            <a:ext cx="227777" cy="5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50" b="1">
                <a:solidFill>
                  <a:srgbClr val="FFFFFF"/>
                </a:solidFill>
              </a:defRPr>
            </a:pPr>
            <a:r>
              <a:t>book</a:t>
            </a:r>
          </a:p>
        </p:txBody>
      </p:sp>
      <p:sp>
        <p:nvSpPr>
          <p:cNvPr id="162" name="Oval 161"/>
          <p:cNvSpPr/>
          <p:nvPr/>
        </p:nvSpPr>
        <p:spPr>
          <a:xfrm>
            <a:off x="8415086" y="2226108"/>
            <a:ext cx="210586" cy="210586"/>
          </a:xfrm>
          <a:prstGeom prst="ellipse">
            <a:avLst/>
          </a:prstGeom>
          <a:solidFill>
            <a:srgbClr val="DDA63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8415086" y="2274542"/>
            <a:ext cx="210586" cy="71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8415086" y="2339824"/>
            <a:ext cx="210586" cy="46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50" b="1">
                <a:solidFill>
                  <a:srgbClr val="FFFFFF"/>
                </a:solidFill>
              </a:defRPr>
            </a:pPr>
            <a:r>
              <a:t>bowl</a:t>
            </a:r>
          </a:p>
        </p:txBody>
      </p:sp>
      <p:sp>
        <p:nvSpPr>
          <p:cNvPr id="165" name="Oval 164"/>
          <p:cNvSpPr/>
          <p:nvPr/>
        </p:nvSpPr>
        <p:spPr>
          <a:xfrm>
            <a:off x="5287426" y="4909524"/>
            <a:ext cx="154716" cy="154716"/>
          </a:xfrm>
          <a:prstGeom prst="ellipse">
            <a:avLst/>
          </a:prstGeom>
          <a:solidFill>
            <a:srgbClr val="FD692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5287426" y="4945108"/>
            <a:ext cx="154716" cy="526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287426" y="4993070"/>
            <a:ext cx="154716" cy="340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50" b="1">
                <a:solidFill>
                  <a:srgbClr val="FFFFFF"/>
                </a:solidFill>
              </a:defRPr>
            </a:pPr>
            <a:r>
              <a:t>blocks</a:t>
            </a:r>
          </a:p>
        </p:txBody>
      </p:sp>
      <p:sp>
        <p:nvSpPr>
          <p:cNvPr id="168" name="Oval 167"/>
          <p:cNvSpPr/>
          <p:nvPr/>
        </p:nvSpPr>
        <p:spPr>
          <a:xfrm>
            <a:off x="5172167" y="3722864"/>
            <a:ext cx="167609" cy="167609"/>
          </a:xfrm>
          <a:prstGeom prst="ellipse">
            <a:avLst/>
          </a:prstGeom>
          <a:solidFill>
            <a:srgbClr val="FD9D2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5172167" y="3761414"/>
            <a:ext cx="167609" cy="569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5172167" y="3813372"/>
            <a:ext cx="167609" cy="368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50" b="1">
                <a:solidFill>
                  <a:srgbClr val="FFFFFF"/>
                </a:solidFill>
              </a:defRPr>
            </a:pPr>
            <a:r>
              <a:t>city</a:t>
            </a:r>
          </a:p>
        </p:txBody>
      </p:sp>
      <p:sp>
        <p:nvSpPr>
          <p:cNvPr id="171" name="Oval 170"/>
          <p:cNvSpPr/>
          <p:nvPr/>
        </p:nvSpPr>
        <p:spPr>
          <a:xfrm>
            <a:off x="3977366" y="4079077"/>
            <a:ext cx="163311" cy="163311"/>
          </a:xfrm>
          <a:prstGeom prst="ellipse">
            <a:avLst/>
          </a:prstGeom>
          <a:solidFill>
            <a:srgbClr val="BF8B2E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3977366" y="4116638"/>
            <a:ext cx="163311" cy="555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3977366" y="4167264"/>
            <a:ext cx="163311" cy="35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50" b="1">
                <a:solidFill>
                  <a:srgbClr val="FFFFFF"/>
                </a:solidFill>
              </a:defRPr>
            </a:pPr>
            <a:r>
              <a:t>loop</a:t>
            </a:r>
          </a:p>
        </p:txBody>
      </p:sp>
      <p:sp>
        <p:nvSpPr>
          <p:cNvPr id="174" name="Oval 173"/>
          <p:cNvSpPr/>
          <p:nvPr/>
        </p:nvSpPr>
        <p:spPr>
          <a:xfrm>
            <a:off x="2776119" y="3366651"/>
            <a:ext cx="171907" cy="171907"/>
          </a:xfrm>
          <a:prstGeom prst="ellipse">
            <a:avLst/>
          </a:prstGeom>
          <a:solidFill>
            <a:srgbClr val="FCC30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2776119" y="3406189"/>
            <a:ext cx="171907" cy="5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2776119" y="3459480"/>
            <a:ext cx="171907" cy="378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50" b="1">
                <a:solidFill>
                  <a:srgbClr val="FFFFFF"/>
                </a:solidFill>
              </a:defRPr>
            </a:pPr>
            <a:r>
              <a:t>sun</a:t>
            </a:r>
          </a:p>
        </p:txBody>
      </p:sp>
      <p:sp>
        <p:nvSpPr>
          <p:cNvPr id="177" name="Oval 176"/>
          <p:cNvSpPr/>
          <p:nvPr/>
        </p:nvSpPr>
        <p:spPr>
          <a:xfrm>
            <a:off x="4267276" y="2508268"/>
            <a:ext cx="236372" cy="236372"/>
          </a:xfrm>
          <a:prstGeom prst="ellipse">
            <a:avLst/>
          </a:prstGeom>
          <a:solidFill>
            <a:srgbClr val="26BDE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4267276" y="2562633"/>
            <a:ext cx="236372" cy="803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4267276" y="2635908"/>
            <a:ext cx="236372" cy="520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50" b="1">
                <a:solidFill>
                  <a:srgbClr val="FFFFFF"/>
                </a:solidFill>
              </a:defRPr>
            </a:pPr>
            <a:r>
              <a:t>water</a:t>
            </a:r>
          </a:p>
        </p:txBody>
      </p:sp>
      <p:sp>
        <p:nvSpPr>
          <p:cNvPr id="180" name="Oval 179"/>
          <p:cNvSpPr/>
          <p:nvPr/>
        </p:nvSpPr>
        <p:spPr>
          <a:xfrm>
            <a:off x="3633734" y="1465415"/>
            <a:ext cx="197693" cy="197693"/>
          </a:xfrm>
          <a:prstGeom prst="ellipse">
            <a:avLst/>
          </a:prstGeom>
          <a:solidFill>
            <a:srgbClr val="3F7E4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3633734" y="1510884"/>
            <a:ext cx="197693" cy="672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3633734" y="1572169"/>
            <a:ext cx="197693" cy="434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50" b="1">
                <a:solidFill>
                  <a:srgbClr val="FFFFFF"/>
                </a:solidFill>
              </a:defRPr>
            </a:pPr>
            <a:r>
              <a:t>earth</a:t>
            </a:r>
          </a:p>
        </p:txBody>
      </p:sp>
      <p:sp>
        <p:nvSpPr>
          <p:cNvPr id="183" name="Oval 182"/>
          <p:cNvSpPr/>
          <p:nvPr/>
        </p:nvSpPr>
        <p:spPr>
          <a:xfrm>
            <a:off x="2471166" y="1853861"/>
            <a:ext cx="128930" cy="128930"/>
          </a:xfrm>
          <a:prstGeom prst="ellipse">
            <a:avLst/>
          </a:prstGeom>
          <a:solidFill>
            <a:srgbClr val="0A97D9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2471166" y="1883514"/>
            <a:ext cx="128930" cy="438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2471166" y="1923483"/>
            <a:ext cx="128930" cy="283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50" b="1">
                <a:solidFill>
                  <a:srgbClr val="FFFFFF"/>
                </a:solidFill>
              </a:defRPr>
            </a:pPr>
            <a:r>
              <a:t>fish</a:t>
            </a:r>
          </a:p>
        </p:txBody>
      </p:sp>
      <p:sp>
        <p:nvSpPr>
          <p:cNvPr id="186" name="Oval 185"/>
          <p:cNvSpPr/>
          <p:nvPr/>
        </p:nvSpPr>
        <p:spPr>
          <a:xfrm>
            <a:off x="4756251" y="1027711"/>
            <a:ext cx="128930" cy="128930"/>
          </a:xfrm>
          <a:prstGeom prst="ellipse">
            <a:avLst/>
          </a:prstGeom>
          <a:solidFill>
            <a:srgbClr val="56C02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4756251" y="1057364"/>
            <a:ext cx="128930" cy="438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4756251" y="1097333"/>
            <a:ext cx="128930" cy="283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50" b="1">
                <a:solidFill>
                  <a:srgbClr val="FFFFFF"/>
                </a:solidFill>
              </a:defRPr>
            </a:pPr>
            <a:r>
              <a:t>tree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5361127" y="2659309"/>
            <a:ext cx="1965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10" b="1">
                <a:solidFill>
                  <a:srgbClr val="2D2D2D"/>
                </a:solidFill>
              </a:defRPr>
            </a:pPr>
            <a:r>
              <a:t>SDG17: Partnerships to achieve the Goal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5578754" y="1172611"/>
            <a:ext cx="1965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80" b="1">
                <a:solidFill>
                  <a:srgbClr val="2D2D2D"/>
                </a:solidFill>
              </a:defRPr>
            </a:pPr>
            <a:r>
              <a:t>SDG3: Good Health and Well-being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8190280" y="1410515"/>
            <a:ext cx="1965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80" b="1">
                <a:solidFill>
                  <a:srgbClr val="2D2D2D"/>
                </a:solidFill>
              </a:defRPr>
            </a:pPr>
            <a:r>
              <a:t>SDG16: Peace and Justice Strong Institutions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9060789" y="2141502"/>
            <a:ext cx="1965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80" b="1">
                <a:solidFill>
                  <a:srgbClr val="2D2D2D"/>
                </a:solidFill>
              </a:defRPr>
            </a:pPr>
            <a:r>
              <a:t>SDG5: Gender Equity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060789" y="3176264"/>
            <a:ext cx="1965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80" b="1">
                <a:solidFill>
                  <a:srgbClr val="2D2D2D"/>
                </a:solidFill>
              </a:defRPr>
            </a:pPr>
            <a:r>
              <a:t>SDG10: Reduced Inequality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7972653" y="4022986"/>
            <a:ext cx="1965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80" b="1">
                <a:solidFill>
                  <a:srgbClr val="2D2D2D"/>
                </a:solidFill>
              </a:defRPr>
            </a:pPr>
            <a:r>
              <a:t>SDG8: Decent Work and Economic Growth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5796381" y="4645098"/>
            <a:ext cx="1965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80" b="1">
                <a:solidFill>
                  <a:srgbClr val="2D2D2D"/>
                </a:solidFill>
              </a:defRPr>
            </a:pPr>
            <a:r>
              <a:t>SDG1: No Poverty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6558076" y="3573762"/>
            <a:ext cx="1965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80" b="1">
                <a:solidFill>
                  <a:srgbClr val="2D2D2D"/>
                </a:solidFill>
              </a:defRPr>
            </a:pPr>
            <a:r>
              <a:t>SDG4: Quality Education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7537399" y="2443415"/>
            <a:ext cx="1965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80" b="1">
                <a:solidFill>
                  <a:srgbClr val="2D2D2D"/>
                </a:solidFill>
              </a:defRPr>
            </a:pPr>
            <a:r>
              <a:t>SDG2: Zero Hunger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4381804" y="5069178"/>
            <a:ext cx="1965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80" b="1">
                <a:solidFill>
                  <a:srgbClr val="2D2D2D"/>
                </a:solidFill>
              </a:defRPr>
            </a:pPr>
            <a:r>
              <a:t>SDG9: Industry,Innovation and Infrastructure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4272991" y="3895822"/>
            <a:ext cx="1965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80" b="1">
                <a:solidFill>
                  <a:srgbClr val="2D2D2D"/>
                </a:solidFill>
              </a:defRPr>
            </a:pPr>
            <a:r>
              <a:t>SDG11: Sustainable Cities and Production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3076041" y="4247600"/>
            <a:ext cx="1965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80" b="1">
                <a:solidFill>
                  <a:srgbClr val="2D2D2D"/>
                </a:solidFill>
              </a:defRPr>
            </a:pPr>
            <a:r>
              <a:t>SDG12: Responsible Consumption and Production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879092" y="3544044"/>
            <a:ext cx="1965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80" b="1">
                <a:solidFill>
                  <a:srgbClr val="2D2D2D"/>
                </a:solidFill>
              </a:defRPr>
            </a:pPr>
            <a:r>
              <a:t>SDG7: Affordable and Clean Energy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3402482" y="2752184"/>
            <a:ext cx="1965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80" b="1">
                <a:solidFill>
                  <a:srgbClr val="2D2D2D"/>
                </a:solidFill>
              </a:defRPr>
            </a:pPr>
            <a:r>
              <a:t>SDG6: Clean Water and Sanitation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2749600" y="1669416"/>
            <a:ext cx="1965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80" b="1">
                <a:solidFill>
                  <a:srgbClr val="2D2D2D"/>
                </a:solidFill>
              </a:defRPr>
            </a:pPr>
            <a:r>
              <a:t>SDG13: Climate Action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1552651" y="1986906"/>
            <a:ext cx="1965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80" b="1">
                <a:solidFill>
                  <a:srgbClr val="2D2D2D"/>
                </a:solidFill>
              </a:defRPr>
            </a:pPr>
            <a:r>
              <a:t>SDG14: Life below Water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837736" y="1160756"/>
            <a:ext cx="1965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80" b="1">
                <a:solidFill>
                  <a:srgbClr val="2D2D2D"/>
                </a:solidFill>
              </a:defRPr>
            </a:pPr>
            <a:r>
              <a:t>SDG15: Life on Land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2194560" y="6336792"/>
            <a:ext cx="7863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141414"/>
                </a:solidFill>
              </a:defRPr>
            </a:pPr>
            <a:r>
              <a:t>Figure 7: SDG Network (with Edge of SDG 17 Highlighted)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